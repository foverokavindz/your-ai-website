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7" r:id="rId4"/>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e532154eb_2_7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be532154eb_2_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e532154eb_2_8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be532154eb_2_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e532154eb_2_8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be532154eb_2_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e532154eb_2_9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be532154eb_2_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e532154eb_2_10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be532154eb_2_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e532154eb_2_10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be532154eb_2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e532154eb_2_11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be532154eb_2_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e532154eb_2_11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be532154eb_2_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e532154eb_2_12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be532154eb_2_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e532154eb_2_13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be532154eb_2_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e532154eb_2_14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be532154eb_2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e532154eb_2_14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be532154eb_2_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be532154eb_2_15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be532154eb_2_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be532154eb_2_15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be532154eb_2_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e532154eb_2_16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be532154eb_2_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e532154eb_2_16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be532154eb_2_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54" name="Shape 54"/>
        <p:cNvGrpSpPr/>
        <p:nvPr/>
      </p:nvGrpSpPr>
      <p:grpSpPr>
        <a:xfrm>
          <a:off x="0" y="0"/>
          <a:ext cx="0" cy="0"/>
          <a:chOff x="0" y="0"/>
          <a:chExt cx="0" cy="0"/>
        </a:xfrm>
      </p:grpSpPr>
      <p:sp>
        <p:nvSpPr>
          <p:cNvPr id="55" name="Google Shape;55;p14"/>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56" name="Google Shape;56;p14"/>
          <p:cNvSpPr txBox="1"/>
          <p:nvPr>
            <p:ph idx="1" type="body"/>
          </p:nvPr>
        </p:nvSpPr>
        <p:spPr>
          <a:xfrm>
            <a:off x="628650" y="1548579"/>
            <a:ext cx="7886700" cy="2905434"/>
          </a:xfrm>
          <a:prstGeom prst="rect">
            <a:avLst/>
          </a:prstGeom>
          <a:noFill/>
          <a:ln>
            <a:noFill/>
          </a:ln>
        </p:spPr>
        <p:txBody>
          <a:bodyPr anchorCtr="0" anchor="t"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57" name="Google Shape;57;p14"/>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8" name="Shape 58"/>
        <p:cNvGrpSpPr/>
        <p:nvPr/>
      </p:nvGrpSpPr>
      <p:grpSpPr>
        <a:xfrm>
          <a:off x="0" y="0"/>
          <a:ext cx="0" cy="0"/>
          <a:chOff x="0" y="0"/>
          <a:chExt cx="0" cy="0"/>
        </a:xfrm>
      </p:grpSpPr>
      <p:sp>
        <p:nvSpPr>
          <p:cNvPr id="59" name="Google Shape;59;p15"/>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60" name="Google Shape;60;p15"/>
          <p:cNvSpPr txBox="1"/>
          <p:nvPr>
            <p:ph idx="1" type="body"/>
          </p:nvPr>
        </p:nvSpPr>
        <p:spPr>
          <a:xfrm>
            <a:off x="628650" y="1548579"/>
            <a:ext cx="7886700" cy="2905434"/>
          </a:xfrm>
          <a:prstGeom prst="rect">
            <a:avLst/>
          </a:prstGeom>
          <a:noFill/>
          <a:ln>
            <a:noFill/>
          </a:ln>
        </p:spPr>
        <p:txBody>
          <a:bodyPr anchorCtr="0" anchor="t"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61" name="Google Shape;61;p15"/>
          <p:cNvSpPr txBox="1"/>
          <p:nvPr>
            <p:ph idx="12" type="sldNum"/>
          </p:nvPr>
        </p:nvSpPr>
        <p:spPr>
          <a:xfrm>
            <a:off x="4419600" y="4629150"/>
            <a:ext cx="2133600" cy="276226"/>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000000"/>
              </a:buClr>
              <a:buSzPts val="900"/>
              <a:buFont typeface="Calibri"/>
              <a:buNone/>
              <a:defRPr sz="900"/>
            </a:lvl1pPr>
            <a:lvl2pPr indent="0" lvl="1" marL="0" marR="0" algn="r">
              <a:lnSpc>
                <a:spcPct val="100000"/>
              </a:lnSpc>
              <a:spcBef>
                <a:spcPts val="0"/>
              </a:spcBef>
              <a:spcAft>
                <a:spcPts val="0"/>
              </a:spcAft>
              <a:buClr>
                <a:srgbClr val="000000"/>
              </a:buClr>
              <a:buSzPts val="900"/>
              <a:buFont typeface="Calibri"/>
              <a:buNone/>
              <a:defRPr sz="900"/>
            </a:lvl2pPr>
            <a:lvl3pPr indent="0" lvl="2" marL="0" marR="0" algn="r">
              <a:lnSpc>
                <a:spcPct val="100000"/>
              </a:lnSpc>
              <a:spcBef>
                <a:spcPts val="0"/>
              </a:spcBef>
              <a:spcAft>
                <a:spcPts val="0"/>
              </a:spcAft>
              <a:buClr>
                <a:srgbClr val="000000"/>
              </a:buClr>
              <a:buSzPts val="900"/>
              <a:buFont typeface="Calibri"/>
              <a:buNone/>
              <a:defRPr sz="900"/>
            </a:lvl3pPr>
            <a:lvl4pPr indent="0" lvl="3" marL="0" marR="0" algn="r">
              <a:lnSpc>
                <a:spcPct val="100000"/>
              </a:lnSpc>
              <a:spcBef>
                <a:spcPts val="0"/>
              </a:spcBef>
              <a:spcAft>
                <a:spcPts val="0"/>
              </a:spcAft>
              <a:buClr>
                <a:srgbClr val="000000"/>
              </a:buClr>
              <a:buSzPts val="900"/>
              <a:buFont typeface="Calibri"/>
              <a:buNone/>
              <a:defRPr sz="900"/>
            </a:lvl4pPr>
            <a:lvl5pPr indent="0" lvl="4" marL="0" marR="0" algn="r">
              <a:lnSpc>
                <a:spcPct val="100000"/>
              </a:lnSpc>
              <a:spcBef>
                <a:spcPts val="0"/>
              </a:spcBef>
              <a:spcAft>
                <a:spcPts val="0"/>
              </a:spcAft>
              <a:buClr>
                <a:srgbClr val="000000"/>
              </a:buClr>
              <a:buSzPts val="900"/>
              <a:buFont typeface="Calibri"/>
              <a:buNone/>
              <a:defRPr sz="900"/>
            </a:lvl5pPr>
            <a:lvl6pPr indent="0" lvl="5" marL="0" marR="0" algn="r">
              <a:lnSpc>
                <a:spcPct val="100000"/>
              </a:lnSpc>
              <a:spcBef>
                <a:spcPts val="0"/>
              </a:spcBef>
              <a:spcAft>
                <a:spcPts val="0"/>
              </a:spcAft>
              <a:buClr>
                <a:srgbClr val="000000"/>
              </a:buClr>
              <a:buSzPts val="900"/>
              <a:buFont typeface="Calibri"/>
              <a:buNone/>
              <a:defRPr sz="900"/>
            </a:lvl6pPr>
            <a:lvl7pPr indent="0" lvl="6" marL="0" marR="0" algn="r">
              <a:lnSpc>
                <a:spcPct val="100000"/>
              </a:lnSpc>
              <a:spcBef>
                <a:spcPts val="0"/>
              </a:spcBef>
              <a:spcAft>
                <a:spcPts val="0"/>
              </a:spcAft>
              <a:buClr>
                <a:srgbClr val="000000"/>
              </a:buClr>
              <a:buSzPts val="900"/>
              <a:buFont typeface="Calibri"/>
              <a:buNone/>
              <a:defRPr sz="900"/>
            </a:lvl7pPr>
            <a:lvl8pPr indent="0" lvl="7" marL="0" marR="0" algn="r">
              <a:lnSpc>
                <a:spcPct val="100000"/>
              </a:lnSpc>
              <a:spcBef>
                <a:spcPts val="0"/>
              </a:spcBef>
              <a:spcAft>
                <a:spcPts val="0"/>
              </a:spcAft>
              <a:buClr>
                <a:srgbClr val="000000"/>
              </a:buClr>
              <a:buSzPts val="900"/>
              <a:buFont typeface="Calibri"/>
              <a:buNone/>
              <a:defRPr sz="900"/>
            </a:lvl8pPr>
            <a:lvl9pPr indent="0" lvl="8" marL="0" marR="0" algn="r">
              <a:lnSpc>
                <a:spcPct val="100000"/>
              </a:lnSpc>
              <a:spcBef>
                <a:spcPts val="0"/>
              </a:spcBef>
              <a:spcAft>
                <a:spcPts val="0"/>
              </a:spcAft>
              <a:buClr>
                <a:srgbClr val="000000"/>
              </a:buClr>
              <a:buSzPts val="900"/>
              <a:buFont typeface="Calibri"/>
              <a:buNone/>
              <a:defRPr sz="900"/>
            </a:lvl9pPr>
          </a:lstStyle>
          <a:p>
            <a:pPr indent="0" lvl="0" marL="0" rtl="0" algn="r">
              <a:spcBef>
                <a:spcPts val="0"/>
              </a:spcBef>
              <a:spcAft>
                <a:spcPts val="0"/>
              </a:spcAft>
              <a:buNone/>
            </a:pPr>
            <a:fld id="{00000000-1234-1234-1234-123412341234}" type="slidenum">
              <a:rPr lang="en-GB"/>
              <a:t>‹#›</a:t>
            </a:fld>
            <a:endParaRPr sz="14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2" name="Shape 62"/>
        <p:cNvGrpSpPr/>
        <p:nvPr/>
      </p:nvGrpSpPr>
      <p:grpSpPr>
        <a:xfrm>
          <a:off x="0" y="0"/>
          <a:ext cx="0" cy="0"/>
          <a:chOff x="0" y="0"/>
          <a:chExt cx="0" cy="0"/>
        </a:xfrm>
      </p:grpSpPr>
      <p:sp>
        <p:nvSpPr>
          <p:cNvPr id="63" name="Google Shape;63;p16"/>
          <p:cNvSpPr txBox="1"/>
          <p:nvPr>
            <p:ph type="title"/>
          </p:nvPr>
        </p:nvSpPr>
        <p:spPr>
          <a:xfrm>
            <a:off x="623888" y="1282304"/>
            <a:ext cx="7886700" cy="2139553"/>
          </a:xfrm>
          <a:prstGeom prst="rect">
            <a:avLst/>
          </a:prstGeom>
          <a:noFill/>
          <a:ln>
            <a:noFill/>
          </a:ln>
        </p:spPr>
        <p:txBody>
          <a:bodyPr anchorCtr="0" anchor="b" bIns="34275" lIns="34275" spcFirstLastPara="1" rIns="34275" wrap="square" tIns="34275">
            <a:normAutofit/>
          </a:bodyPr>
          <a:lstStyle>
            <a:lvl1pPr lvl="0" algn="l">
              <a:lnSpc>
                <a:spcPct val="90000"/>
              </a:lnSpc>
              <a:spcBef>
                <a:spcPts val="0"/>
              </a:spcBef>
              <a:spcAft>
                <a:spcPts val="0"/>
              </a:spcAft>
              <a:buClr>
                <a:srgbClr val="000000"/>
              </a:buClr>
              <a:buSzPts val="4500"/>
              <a:buFont typeface="Calibri"/>
              <a:buNone/>
              <a:defRPr sz="4500"/>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64" name="Google Shape;64;p16"/>
          <p:cNvSpPr txBox="1"/>
          <p:nvPr>
            <p:ph idx="1" type="body"/>
          </p:nvPr>
        </p:nvSpPr>
        <p:spPr>
          <a:xfrm>
            <a:off x="623888" y="3442097"/>
            <a:ext cx="7886700" cy="1125141"/>
          </a:xfrm>
          <a:prstGeom prst="rect">
            <a:avLst/>
          </a:prstGeom>
          <a:noFill/>
          <a:ln>
            <a:noFill/>
          </a:ln>
        </p:spPr>
        <p:txBody>
          <a:bodyPr anchorCtr="0" anchor="t" bIns="34275" lIns="34275" spcFirstLastPara="1" rIns="34275" wrap="square" tIns="34275">
            <a:normAutofit/>
          </a:bodyPr>
          <a:lstStyle>
            <a:lvl1pPr indent="-228600" lvl="0" marL="457200" algn="l">
              <a:lnSpc>
                <a:spcPct val="90000"/>
              </a:lnSpc>
              <a:spcBef>
                <a:spcPts val="800"/>
              </a:spcBef>
              <a:spcAft>
                <a:spcPts val="0"/>
              </a:spcAft>
              <a:buClr>
                <a:srgbClr val="888888"/>
              </a:buClr>
              <a:buSzPts val="1800"/>
              <a:buFont typeface="Calibri"/>
              <a:buNone/>
              <a:defRPr sz="1800">
                <a:solidFill>
                  <a:srgbClr val="888888"/>
                </a:solidFill>
              </a:defRPr>
            </a:lvl1pPr>
            <a:lvl2pPr indent="-228600" lvl="1" marL="914400" algn="l">
              <a:lnSpc>
                <a:spcPct val="90000"/>
              </a:lnSpc>
              <a:spcBef>
                <a:spcPts val="800"/>
              </a:spcBef>
              <a:spcAft>
                <a:spcPts val="0"/>
              </a:spcAft>
              <a:buClr>
                <a:srgbClr val="888888"/>
              </a:buClr>
              <a:buSzPts val="1800"/>
              <a:buFont typeface="Calibri"/>
              <a:buNone/>
              <a:defRPr sz="1800">
                <a:solidFill>
                  <a:srgbClr val="888888"/>
                </a:solidFill>
              </a:defRPr>
            </a:lvl2pPr>
            <a:lvl3pPr indent="-228600" lvl="2" marL="1371600" algn="l">
              <a:lnSpc>
                <a:spcPct val="90000"/>
              </a:lnSpc>
              <a:spcBef>
                <a:spcPts val="800"/>
              </a:spcBef>
              <a:spcAft>
                <a:spcPts val="0"/>
              </a:spcAft>
              <a:buClr>
                <a:srgbClr val="888888"/>
              </a:buClr>
              <a:buSzPts val="1800"/>
              <a:buFont typeface="Calibri"/>
              <a:buNone/>
              <a:defRPr sz="1800">
                <a:solidFill>
                  <a:srgbClr val="888888"/>
                </a:solidFill>
              </a:defRPr>
            </a:lvl3pPr>
            <a:lvl4pPr indent="-228600" lvl="3" marL="1828800" algn="l">
              <a:lnSpc>
                <a:spcPct val="90000"/>
              </a:lnSpc>
              <a:spcBef>
                <a:spcPts val="800"/>
              </a:spcBef>
              <a:spcAft>
                <a:spcPts val="0"/>
              </a:spcAft>
              <a:buClr>
                <a:srgbClr val="888888"/>
              </a:buClr>
              <a:buSzPts val="1800"/>
              <a:buFont typeface="Calibri"/>
              <a:buNone/>
              <a:defRPr sz="1800">
                <a:solidFill>
                  <a:srgbClr val="888888"/>
                </a:solidFill>
              </a:defRPr>
            </a:lvl4pPr>
            <a:lvl5pPr indent="-228600" lvl="4" marL="2286000" algn="l">
              <a:lnSpc>
                <a:spcPct val="90000"/>
              </a:lnSpc>
              <a:spcBef>
                <a:spcPts val="800"/>
              </a:spcBef>
              <a:spcAft>
                <a:spcPts val="0"/>
              </a:spcAft>
              <a:buClr>
                <a:srgbClr val="888888"/>
              </a:buClr>
              <a:buSzPts val="1800"/>
              <a:buFont typeface="Calibri"/>
              <a:buNone/>
              <a:defRPr sz="1800">
                <a:solidFill>
                  <a:srgbClr val="888888"/>
                </a:solidFill>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65" name="Google Shape;65;p16"/>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6" name="Shape 66"/>
        <p:cNvGrpSpPr/>
        <p:nvPr/>
      </p:nvGrpSpPr>
      <p:grpSpPr>
        <a:xfrm>
          <a:off x="0" y="0"/>
          <a:ext cx="0" cy="0"/>
          <a:chOff x="0" y="0"/>
          <a:chExt cx="0" cy="0"/>
        </a:xfrm>
      </p:grpSpPr>
      <p:sp>
        <p:nvSpPr>
          <p:cNvPr id="67" name="Google Shape;67;p17"/>
          <p:cNvSpPr txBox="1"/>
          <p:nvPr>
            <p:ph type="title"/>
          </p:nvPr>
        </p:nvSpPr>
        <p:spPr>
          <a:xfrm>
            <a:off x="628650" y="273844"/>
            <a:ext cx="7886700" cy="994172"/>
          </a:xfrm>
          <a:prstGeom prst="rect">
            <a:avLst/>
          </a:prstGeom>
          <a:noFill/>
          <a:ln>
            <a:noFill/>
          </a:ln>
        </p:spPr>
        <p:txBody>
          <a:bodyPr anchorCtr="0" anchor="t"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68" name="Google Shape;68;p17"/>
          <p:cNvSpPr txBox="1"/>
          <p:nvPr>
            <p:ph idx="1" type="body"/>
          </p:nvPr>
        </p:nvSpPr>
        <p:spPr>
          <a:xfrm>
            <a:off x="628650" y="1369219"/>
            <a:ext cx="3886200" cy="3263504"/>
          </a:xfrm>
          <a:prstGeom prst="rect">
            <a:avLst/>
          </a:prstGeom>
          <a:noFill/>
          <a:ln>
            <a:noFill/>
          </a:ln>
        </p:spPr>
        <p:txBody>
          <a:bodyPr anchorCtr="0" anchor="t"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69" name="Google Shape;69;p17"/>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70" name="Shape 70"/>
        <p:cNvGrpSpPr/>
        <p:nvPr/>
      </p:nvGrpSpPr>
      <p:grpSpPr>
        <a:xfrm>
          <a:off x="0" y="0"/>
          <a:ext cx="0" cy="0"/>
          <a:chOff x="0" y="0"/>
          <a:chExt cx="0" cy="0"/>
        </a:xfrm>
      </p:grpSpPr>
      <p:sp>
        <p:nvSpPr>
          <p:cNvPr id="71" name="Google Shape;71;p18"/>
          <p:cNvSpPr txBox="1"/>
          <p:nvPr>
            <p:ph type="title"/>
          </p:nvPr>
        </p:nvSpPr>
        <p:spPr>
          <a:xfrm>
            <a:off x="629840" y="273844"/>
            <a:ext cx="7886701" cy="994172"/>
          </a:xfrm>
          <a:prstGeom prst="rect">
            <a:avLst/>
          </a:prstGeom>
          <a:noFill/>
          <a:ln>
            <a:noFill/>
          </a:ln>
        </p:spPr>
        <p:txBody>
          <a:bodyPr anchorCtr="0" anchor="t"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72" name="Google Shape;72;p18"/>
          <p:cNvSpPr txBox="1"/>
          <p:nvPr>
            <p:ph idx="1" type="body"/>
          </p:nvPr>
        </p:nvSpPr>
        <p:spPr>
          <a:xfrm>
            <a:off x="629840" y="1260872"/>
            <a:ext cx="3868342" cy="617935"/>
          </a:xfrm>
          <a:prstGeom prst="rect">
            <a:avLst/>
          </a:prstGeom>
          <a:noFill/>
          <a:ln>
            <a:noFill/>
          </a:ln>
        </p:spPr>
        <p:txBody>
          <a:bodyPr anchorCtr="0" anchor="b" bIns="34275" lIns="34275" spcFirstLastPara="1" rIns="34275" wrap="square" tIns="34275">
            <a:normAutofit/>
          </a:bodyPr>
          <a:lstStyle>
            <a:lvl1pPr indent="-228600" lvl="0" marL="457200" algn="l">
              <a:lnSpc>
                <a:spcPct val="90000"/>
              </a:lnSpc>
              <a:spcBef>
                <a:spcPts val="800"/>
              </a:spcBef>
              <a:spcAft>
                <a:spcPts val="0"/>
              </a:spcAft>
              <a:buClr>
                <a:srgbClr val="000000"/>
              </a:buClr>
              <a:buSzPts val="1800"/>
              <a:buFont typeface="Calibri"/>
              <a:buNone/>
              <a:defRPr b="1" sz="1800"/>
            </a:lvl1pPr>
            <a:lvl2pPr indent="-228600" lvl="1" marL="914400" algn="l">
              <a:lnSpc>
                <a:spcPct val="90000"/>
              </a:lnSpc>
              <a:spcBef>
                <a:spcPts val="800"/>
              </a:spcBef>
              <a:spcAft>
                <a:spcPts val="0"/>
              </a:spcAft>
              <a:buClr>
                <a:srgbClr val="000000"/>
              </a:buClr>
              <a:buSzPts val="1800"/>
              <a:buFont typeface="Calibri"/>
              <a:buNone/>
              <a:defRPr b="1" sz="1800"/>
            </a:lvl2pPr>
            <a:lvl3pPr indent="-228600" lvl="2" marL="1371600" algn="l">
              <a:lnSpc>
                <a:spcPct val="90000"/>
              </a:lnSpc>
              <a:spcBef>
                <a:spcPts val="800"/>
              </a:spcBef>
              <a:spcAft>
                <a:spcPts val="0"/>
              </a:spcAft>
              <a:buClr>
                <a:srgbClr val="000000"/>
              </a:buClr>
              <a:buSzPts val="1800"/>
              <a:buFont typeface="Calibri"/>
              <a:buNone/>
              <a:defRPr b="1" sz="1800"/>
            </a:lvl3pPr>
            <a:lvl4pPr indent="-228600" lvl="3" marL="1828800" algn="l">
              <a:lnSpc>
                <a:spcPct val="90000"/>
              </a:lnSpc>
              <a:spcBef>
                <a:spcPts val="800"/>
              </a:spcBef>
              <a:spcAft>
                <a:spcPts val="0"/>
              </a:spcAft>
              <a:buClr>
                <a:srgbClr val="000000"/>
              </a:buClr>
              <a:buSzPts val="1800"/>
              <a:buFont typeface="Calibri"/>
              <a:buNone/>
              <a:defRPr b="1" sz="1800"/>
            </a:lvl4pPr>
            <a:lvl5pPr indent="-228600" lvl="4" marL="2286000" algn="l">
              <a:lnSpc>
                <a:spcPct val="90000"/>
              </a:lnSpc>
              <a:spcBef>
                <a:spcPts val="800"/>
              </a:spcBef>
              <a:spcAft>
                <a:spcPts val="0"/>
              </a:spcAft>
              <a:buClr>
                <a:srgbClr val="000000"/>
              </a:buClr>
              <a:buSzPts val="1800"/>
              <a:buFont typeface="Calibri"/>
              <a:buNone/>
              <a:defRPr b="1" sz="1800"/>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73" name="Google Shape;73;p18"/>
          <p:cNvSpPr txBox="1"/>
          <p:nvPr>
            <p:ph idx="2" type="body"/>
          </p:nvPr>
        </p:nvSpPr>
        <p:spPr>
          <a:xfrm>
            <a:off x="4629150" y="1260872"/>
            <a:ext cx="3887391" cy="617935"/>
          </a:xfrm>
          <a:prstGeom prst="rect">
            <a:avLst/>
          </a:prstGeom>
          <a:noFill/>
          <a:ln>
            <a:noFill/>
          </a:ln>
        </p:spPr>
        <p:txBody>
          <a:bodyPr anchorCtr="0" anchor="b"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74" name="Google Shape;74;p18"/>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5" name="Shape 75"/>
        <p:cNvGrpSpPr/>
        <p:nvPr/>
      </p:nvGrpSpPr>
      <p:grpSpPr>
        <a:xfrm>
          <a:off x="0" y="0"/>
          <a:ext cx="0" cy="0"/>
          <a:chOff x="0" y="0"/>
          <a:chExt cx="0" cy="0"/>
        </a:xfrm>
      </p:grpSpPr>
      <p:sp>
        <p:nvSpPr>
          <p:cNvPr id="76" name="Google Shape;76;p19"/>
          <p:cNvSpPr txBox="1"/>
          <p:nvPr>
            <p:ph type="title"/>
          </p:nvPr>
        </p:nvSpPr>
        <p:spPr>
          <a:xfrm>
            <a:off x="628650" y="273844"/>
            <a:ext cx="7886700" cy="994172"/>
          </a:xfrm>
          <a:prstGeom prst="rect">
            <a:avLst/>
          </a:prstGeom>
          <a:noFill/>
          <a:ln>
            <a:noFill/>
          </a:ln>
        </p:spPr>
        <p:txBody>
          <a:bodyPr anchorCtr="0" anchor="t"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77" name="Google Shape;77;p19"/>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8" name="Shape 78"/>
        <p:cNvGrpSpPr/>
        <p:nvPr/>
      </p:nvGrpSpPr>
      <p:grpSpPr>
        <a:xfrm>
          <a:off x="0" y="0"/>
          <a:ext cx="0" cy="0"/>
          <a:chOff x="0" y="0"/>
          <a:chExt cx="0" cy="0"/>
        </a:xfrm>
      </p:grpSpPr>
      <p:sp>
        <p:nvSpPr>
          <p:cNvPr id="79" name="Google Shape;79;p20"/>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80" name="Shape 80"/>
        <p:cNvGrpSpPr/>
        <p:nvPr/>
      </p:nvGrpSpPr>
      <p:grpSpPr>
        <a:xfrm>
          <a:off x="0" y="0"/>
          <a:ext cx="0" cy="0"/>
          <a:chOff x="0" y="0"/>
          <a:chExt cx="0" cy="0"/>
        </a:xfrm>
      </p:grpSpPr>
      <p:sp>
        <p:nvSpPr>
          <p:cNvPr id="81" name="Google Shape;81;p21"/>
          <p:cNvSpPr txBox="1"/>
          <p:nvPr>
            <p:ph type="title"/>
          </p:nvPr>
        </p:nvSpPr>
        <p:spPr>
          <a:xfrm>
            <a:off x="629840" y="342900"/>
            <a:ext cx="2949179" cy="1200150"/>
          </a:xfrm>
          <a:prstGeom prst="rect">
            <a:avLst/>
          </a:prstGeom>
          <a:noFill/>
          <a:ln>
            <a:noFill/>
          </a:ln>
        </p:spPr>
        <p:txBody>
          <a:bodyPr anchorCtr="0" anchor="b" bIns="34275" lIns="34275" spcFirstLastPara="1" rIns="34275" wrap="square" tIns="34275">
            <a:normAutofit/>
          </a:bodyPr>
          <a:lstStyle>
            <a:lvl1pPr lvl="0" algn="l">
              <a:lnSpc>
                <a:spcPct val="90000"/>
              </a:lnSpc>
              <a:spcBef>
                <a:spcPts val="0"/>
              </a:spcBef>
              <a:spcAft>
                <a:spcPts val="0"/>
              </a:spcAft>
              <a:buClr>
                <a:srgbClr val="000000"/>
              </a:buClr>
              <a:buSzPts val="2400"/>
              <a:buFont typeface="Calibri"/>
              <a:buNone/>
              <a:defRPr sz="2400"/>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82" name="Google Shape;82;p21"/>
          <p:cNvSpPr txBox="1"/>
          <p:nvPr>
            <p:ph idx="1" type="body"/>
          </p:nvPr>
        </p:nvSpPr>
        <p:spPr>
          <a:xfrm>
            <a:off x="3887390" y="740569"/>
            <a:ext cx="4629151" cy="3655219"/>
          </a:xfrm>
          <a:prstGeom prst="rect">
            <a:avLst/>
          </a:prstGeom>
          <a:noFill/>
          <a:ln>
            <a:noFill/>
          </a:ln>
        </p:spPr>
        <p:txBody>
          <a:bodyPr anchorCtr="0" anchor="t" bIns="34275" lIns="34275" spcFirstLastPara="1" rIns="34275" wrap="square" tIns="34275">
            <a:normAutofit/>
          </a:bodyPr>
          <a:lstStyle>
            <a:lvl1pPr indent="-381000" lvl="0" marL="457200" algn="l">
              <a:lnSpc>
                <a:spcPct val="90000"/>
              </a:lnSpc>
              <a:spcBef>
                <a:spcPts val="800"/>
              </a:spcBef>
              <a:spcAft>
                <a:spcPts val="0"/>
              </a:spcAft>
              <a:buClr>
                <a:srgbClr val="000000"/>
              </a:buClr>
              <a:buSzPts val="2400"/>
              <a:buChar char="•"/>
              <a:defRPr sz="2400"/>
            </a:lvl1pPr>
            <a:lvl2pPr indent="-381000" lvl="1" marL="914400" algn="l">
              <a:lnSpc>
                <a:spcPct val="90000"/>
              </a:lnSpc>
              <a:spcBef>
                <a:spcPts val="800"/>
              </a:spcBef>
              <a:spcAft>
                <a:spcPts val="0"/>
              </a:spcAft>
              <a:buClr>
                <a:srgbClr val="000000"/>
              </a:buClr>
              <a:buSzPts val="2400"/>
              <a:buChar char="•"/>
              <a:defRPr sz="2400"/>
            </a:lvl2pPr>
            <a:lvl3pPr indent="-381000" lvl="2" marL="1371600" algn="l">
              <a:lnSpc>
                <a:spcPct val="90000"/>
              </a:lnSpc>
              <a:spcBef>
                <a:spcPts val="800"/>
              </a:spcBef>
              <a:spcAft>
                <a:spcPts val="0"/>
              </a:spcAft>
              <a:buClr>
                <a:srgbClr val="000000"/>
              </a:buClr>
              <a:buSzPts val="2400"/>
              <a:buChar char="•"/>
              <a:defRPr sz="2400"/>
            </a:lvl3pPr>
            <a:lvl4pPr indent="-381000" lvl="3" marL="1828800" algn="l">
              <a:lnSpc>
                <a:spcPct val="90000"/>
              </a:lnSpc>
              <a:spcBef>
                <a:spcPts val="800"/>
              </a:spcBef>
              <a:spcAft>
                <a:spcPts val="0"/>
              </a:spcAft>
              <a:buClr>
                <a:srgbClr val="000000"/>
              </a:buClr>
              <a:buSzPts val="2400"/>
              <a:buChar char="•"/>
              <a:defRPr sz="2400"/>
            </a:lvl4pPr>
            <a:lvl5pPr indent="-381000" lvl="4" marL="2286000" algn="l">
              <a:lnSpc>
                <a:spcPct val="90000"/>
              </a:lnSpc>
              <a:spcBef>
                <a:spcPts val="800"/>
              </a:spcBef>
              <a:spcAft>
                <a:spcPts val="0"/>
              </a:spcAft>
              <a:buClr>
                <a:srgbClr val="000000"/>
              </a:buClr>
              <a:buSzPts val="2400"/>
              <a:buChar char="•"/>
              <a:defRPr sz="2400"/>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83" name="Google Shape;83;p21"/>
          <p:cNvSpPr txBox="1"/>
          <p:nvPr>
            <p:ph idx="2" type="body"/>
          </p:nvPr>
        </p:nvSpPr>
        <p:spPr>
          <a:xfrm>
            <a:off x="629840" y="1543050"/>
            <a:ext cx="2949179" cy="2858691"/>
          </a:xfrm>
          <a:prstGeom prst="rect">
            <a:avLst/>
          </a:prstGeom>
          <a:noFill/>
          <a:ln>
            <a:noFill/>
          </a:ln>
        </p:spPr>
        <p:txBody>
          <a:bodyPr anchorCtr="0" anchor="t"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84" name="Google Shape;84;p21"/>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85" name="Shape 85"/>
        <p:cNvGrpSpPr/>
        <p:nvPr/>
      </p:nvGrpSpPr>
      <p:grpSpPr>
        <a:xfrm>
          <a:off x="0" y="0"/>
          <a:ext cx="0" cy="0"/>
          <a:chOff x="0" y="0"/>
          <a:chExt cx="0" cy="0"/>
        </a:xfrm>
      </p:grpSpPr>
      <p:sp>
        <p:nvSpPr>
          <p:cNvPr id="86" name="Google Shape;86;p22"/>
          <p:cNvSpPr txBox="1"/>
          <p:nvPr>
            <p:ph type="title"/>
          </p:nvPr>
        </p:nvSpPr>
        <p:spPr>
          <a:xfrm>
            <a:off x="629840" y="342900"/>
            <a:ext cx="2949179" cy="1200150"/>
          </a:xfrm>
          <a:prstGeom prst="rect">
            <a:avLst/>
          </a:prstGeom>
          <a:noFill/>
          <a:ln>
            <a:noFill/>
          </a:ln>
        </p:spPr>
        <p:txBody>
          <a:bodyPr anchorCtr="0" anchor="b" bIns="34275" lIns="34275" spcFirstLastPara="1" rIns="34275" wrap="square" tIns="34275">
            <a:normAutofit/>
          </a:bodyPr>
          <a:lstStyle>
            <a:lvl1pPr lvl="0" algn="l">
              <a:lnSpc>
                <a:spcPct val="90000"/>
              </a:lnSpc>
              <a:spcBef>
                <a:spcPts val="0"/>
              </a:spcBef>
              <a:spcAft>
                <a:spcPts val="0"/>
              </a:spcAft>
              <a:buClr>
                <a:srgbClr val="000000"/>
              </a:buClr>
              <a:buSzPts val="2400"/>
              <a:buFont typeface="Calibri"/>
              <a:buNone/>
              <a:defRPr sz="2400"/>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87" name="Google Shape;87;p22"/>
          <p:cNvSpPr/>
          <p:nvPr>
            <p:ph idx="2" type="pic"/>
          </p:nvPr>
        </p:nvSpPr>
        <p:spPr>
          <a:xfrm>
            <a:off x="3887390" y="740569"/>
            <a:ext cx="4629151" cy="3655219"/>
          </a:xfrm>
          <a:prstGeom prst="rect">
            <a:avLst/>
          </a:prstGeom>
          <a:noFill/>
          <a:ln>
            <a:noFill/>
          </a:ln>
        </p:spPr>
      </p:sp>
      <p:sp>
        <p:nvSpPr>
          <p:cNvPr id="88" name="Google Shape;88;p22"/>
          <p:cNvSpPr txBox="1"/>
          <p:nvPr>
            <p:ph idx="1" type="body"/>
          </p:nvPr>
        </p:nvSpPr>
        <p:spPr>
          <a:xfrm>
            <a:off x="629840" y="1543050"/>
            <a:ext cx="2949179" cy="2858691"/>
          </a:xfrm>
          <a:prstGeom prst="rect">
            <a:avLst/>
          </a:prstGeom>
          <a:noFill/>
          <a:ln>
            <a:noFill/>
          </a:ln>
        </p:spPr>
        <p:txBody>
          <a:bodyPr anchorCtr="0" anchor="t" bIns="34275" lIns="34275" spcFirstLastPara="1" rIns="34275" wrap="square" tIns="34275">
            <a:normAutofit/>
          </a:bodyPr>
          <a:lstStyle>
            <a:lvl1pPr indent="-228600" lvl="0" marL="457200" algn="l">
              <a:lnSpc>
                <a:spcPct val="90000"/>
              </a:lnSpc>
              <a:spcBef>
                <a:spcPts val="800"/>
              </a:spcBef>
              <a:spcAft>
                <a:spcPts val="0"/>
              </a:spcAft>
              <a:buClr>
                <a:srgbClr val="000000"/>
              </a:buClr>
              <a:buSzPts val="1200"/>
              <a:buFont typeface="Calibri"/>
              <a:buNone/>
              <a:defRPr sz="1200"/>
            </a:lvl1pPr>
            <a:lvl2pPr indent="-228600" lvl="1" marL="914400" algn="l">
              <a:lnSpc>
                <a:spcPct val="90000"/>
              </a:lnSpc>
              <a:spcBef>
                <a:spcPts val="800"/>
              </a:spcBef>
              <a:spcAft>
                <a:spcPts val="0"/>
              </a:spcAft>
              <a:buClr>
                <a:srgbClr val="000000"/>
              </a:buClr>
              <a:buSzPts val="1200"/>
              <a:buFont typeface="Calibri"/>
              <a:buNone/>
              <a:defRPr sz="1200"/>
            </a:lvl2pPr>
            <a:lvl3pPr indent="-228600" lvl="2" marL="1371600" algn="l">
              <a:lnSpc>
                <a:spcPct val="90000"/>
              </a:lnSpc>
              <a:spcBef>
                <a:spcPts val="800"/>
              </a:spcBef>
              <a:spcAft>
                <a:spcPts val="0"/>
              </a:spcAft>
              <a:buClr>
                <a:srgbClr val="000000"/>
              </a:buClr>
              <a:buSzPts val="1200"/>
              <a:buFont typeface="Calibri"/>
              <a:buNone/>
              <a:defRPr sz="1200"/>
            </a:lvl3pPr>
            <a:lvl4pPr indent="-228600" lvl="3" marL="1828800" algn="l">
              <a:lnSpc>
                <a:spcPct val="90000"/>
              </a:lnSpc>
              <a:spcBef>
                <a:spcPts val="800"/>
              </a:spcBef>
              <a:spcAft>
                <a:spcPts val="0"/>
              </a:spcAft>
              <a:buClr>
                <a:srgbClr val="000000"/>
              </a:buClr>
              <a:buSzPts val="1200"/>
              <a:buFont typeface="Calibri"/>
              <a:buNone/>
              <a:defRPr sz="1200"/>
            </a:lvl4pPr>
            <a:lvl5pPr indent="-228600" lvl="4" marL="2286000" algn="l">
              <a:lnSpc>
                <a:spcPct val="90000"/>
              </a:lnSpc>
              <a:spcBef>
                <a:spcPts val="800"/>
              </a:spcBef>
              <a:spcAft>
                <a:spcPts val="0"/>
              </a:spcAft>
              <a:buClr>
                <a:srgbClr val="000000"/>
              </a:buClr>
              <a:buSzPts val="1200"/>
              <a:buFont typeface="Calibri"/>
              <a:buNone/>
              <a:defRPr sz="1200"/>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89" name="Google Shape;89;p22"/>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FFFFFF"/>
        </a:solidFill>
      </p:bgPr>
    </p:bg>
    <p:spTree>
      <p:nvGrpSpPr>
        <p:cNvPr id="90" name="Shape 90"/>
        <p:cNvGrpSpPr/>
        <p:nvPr/>
      </p:nvGrpSpPr>
      <p:grpSpPr>
        <a:xfrm>
          <a:off x="0" y="0"/>
          <a:ext cx="0" cy="0"/>
          <a:chOff x="0" y="0"/>
          <a:chExt cx="0" cy="0"/>
        </a:xfrm>
      </p:grpSpPr>
      <p:sp>
        <p:nvSpPr>
          <p:cNvPr id="91" name="Google Shape;91;p23"/>
          <p:cNvSpPr txBox="1"/>
          <p:nvPr>
            <p:ph type="title"/>
          </p:nvPr>
        </p:nvSpPr>
        <p:spPr>
          <a:xfrm>
            <a:off x="1143000" y="841772"/>
            <a:ext cx="6858000" cy="1790701"/>
          </a:xfrm>
          <a:prstGeom prst="rect">
            <a:avLst/>
          </a:prstGeom>
          <a:noFill/>
          <a:ln>
            <a:noFill/>
          </a:ln>
        </p:spPr>
        <p:txBody>
          <a:bodyPr anchorCtr="0" anchor="b" bIns="34275" lIns="34275" spcFirstLastPara="1" rIns="34275" wrap="square" tIns="34275">
            <a:normAutofit/>
          </a:bodyPr>
          <a:lstStyle>
            <a:lvl1pPr lvl="0" algn="ctr">
              <a:lnSpc>
                <a:spcPct val="90000"/>
              </a:lnSpc>
              <a:spcBef>
                <a:spcPts val="0"/>
              </a:spcBef>
              <a:spcAft>
                <a:spcPts val="0"/>
              </a:spcAft>
              <a:buClr>
                <a:srgbClr val="000000"/>
              </a:buClr>
              <a:buSzPts val="4500"/>
              <a:buFont typeface="Calibri"/>
              <a:buNone/>
              <a:defRPr sz="4500"/>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92" name="Google Shape;92;p23"/>
          <p:cNvSpPr txBox="1"/>
          <p:nvPr>
            <p:ph idx="1" type="body"/>
          </p:nvPr>
        </p:nvSpPr>
        <p:spPr>
          <a:xfrm>
            <a:off x="1143000" y="2701528"/>
            <a:ext cx="6858000" cy="1241822"/>
          </a:xfrm>
          <a:prstGeom prst="rect">
            <a:avLst/>
          </a:prstGeom>
          <a:noFill/>
          <a:ln>
            <a:noFill/>
          </a:ln>
        </p:spPr>
        <p:txBody>
          <a:bodyPr anchorCtr="0" anchor="t" bIns="34275" lIns="34275" spcFirstLastPara="1" rIns="34275" wrap="square" tIns="34275">
            <a:normAutofit/>
          </a:bodyPr>
          <a:lstStyle>
            <a:lvl1pPr indent="-228600" lvl="0" marL="457200" algn="ctr">
              <a:lnSpc>
                <a:spcPct val="90000"/>
              </a:lnSpc>
              <a:spcBef>
                <a:spcPts val="800"/>
              </a:spcBef>
              <a:spcAft>
                <a:spcPts val="0"/>
              </a:spcAft>
              <a:buClr>
                <a:srgbClr val="000000"/>
              </a:buClr>
              <a:buSzPts val="1800"/>
              <a:buFont typeface="Calibri"/>
              <a:buNone/>
              <a:defRPr sz="1800"/>
            </a:lvl1pPr>
            <a:lvl2pPr indent="-228600" lvl="1" marL="914400" algn="ctr">
              <a:lnSpc>
                <a:spcPct val="90000"/>
              </a:lnSpc>
              <a:spcBef>
                <a:spcPts val="800"/>
              </a:spcBef>
              <a:spcAft>
                <a:spcPts val="0"/>
              </a:spcAft>
              <a:buClr>
                <a:srgbClr val="000000"/>
              </a:buClr>
              <a:buSzPts val="1800"/>
              <a:buFont typeface="Calibri"/>
              <a:buNone/>
              <a:defRPr sz="1800"/>
            </a:lvl2pPr>
            <a:lvl3pPr indent="-228600" lvl="2" marL="1371600" algn="ctr">
              <a:lnSpc>
                <a:spcPct val="90000"/>
              </a:lnSpc>
              <a:spcBef>
                <a:spcPts val="800"/>
              </a:spcBef>
              <a:spcAft>
                <a:spcPts val="0"/>
              </a:spcAft>
              <a:buClr>
                <a:srgbClr val="000000"/>
              </a:buClr>
              <a:buSzPts val="1800"/>
              <a:buFont typeface="Calibri"/>
              <a:buNone/>
              <a:defRPr sz="1800"/>
            </a:lvl3pPr>
            <a:lvl4pPr indent="-228600" lvl="3" marL="1828800" algn="ctr">
              <a:lnSpc>
                <a:spcPct val="90000"/>
              </a:lnSpc>
              <a:spcBef>
                <a:spcPts val="800"/>
              </a:spcBef>
              <a:spcAft>
                <a:spcPts val="0"/>
              </a:spcAft>
              <a:buClr>
                <a:srgbClr val="000000"/>
              </a:buClr>
              <a:buSzPts val="1800"/>
              <a:buFont typeface="Calibri"/>
              <a:buNone/>
              <a:defRPr sz="1800"/>
            </a:lvl4pPr>
            <a:lvl5pPr indent="-228600" lvl="4" marL="2286000" algn="ctr">
              <a:lnSpc>
                <a:spcPct val="90000"/>
              </a:lnSpc>
              <a:spcBef>
                <a:spcPts val="800"/>
              </a:spcBef>
              <a:spcAft>
                <a:spcPts val="0"/>
              </a:spcAft>
              <a:buClr>
                <a:srgbClr val="000000"/>
              </a:buClr>
              <a:buSzPts val="1800"/>
              <a:buFont typeface="Calibri"/>
              <a:buNone/>
              <a:defRPr sz="1800"/>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93" name="Google Shape;93;p23"/>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bg>
      <p:bgPr>
        <a:solidFill>
          <a:srgbClr val="FFFFFF"/>
        </a:solidFill>
      </p:bgPr>
    </p:bg>
    <p:spTree>
      <p:nvGrpSpPr>
        <p:cNvPr id="94" name="Shape 94"/>
        <p:cNvGrpSpPr/>
        <p:nvPr/>
      </p:nvGrpSpPr>
      <p:grpSpPr>
        <a:xfrm>
          <a:off x="0" y="0"/>
          <a:ext cx="0" cy="0"/>
          <a:chOff x="0" y="0"/>
          <a:chExt cx="0" cy="0"/>
        </a:xfrm>
      </p:grpSpPr>
      <p:sp>
        <p:nvSpPr>
          <p:cNvPr id="95" name="Google Shape;95;p24"/>
          <p:cNvSpPr txBox="1"/>
          <p:nvPr>
            <p:ph type="title"/>
          </p:nvPr>
        </p:nvSpPr>
        <p:spPr>
          <a:xfrm>
            <a:off x="628650" y="273844"/>
            <a:ext cx="7886700" cy="994172"/>
          </a:xfrm>
          <a:prstGeom prst="rect">
            <a:avLst/>
          </a:prstGeom>
          <a:noFill/>
          <a:ln>
            <a:noFill/>
          </a:ln>
        </p:spPr>
        <p:txBody>
          <a:bodyPr anchorCtr="0" anchor="ctr"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96" name="Google Shape;96;p24"/>
          <p:cNvSpPr txBox="1"/>
          <p:nvPr>
            <p:ph idx="1" type="body"/>
          </p:nvPr>
        </p:nvSpPr>
        <p:spPr>
          <a:xfrm>
            <a:off x="628650" y="1369219"/>
            <a:ext cx="7886700" cy="3263504"/>
          </a:xfrm>
          <a:prstGeom prst="rect">
            <a:avLst/>
          </a:prstGeom>
          <a:noFill/>
          <a:ln>
            <a:noFill/>
          </a:ln>
        </p:spPr>
        <p:txBody>
          <a:bodyPr anchorCtr="0" anchor="t"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97" name="Google Shape;97;p24"/>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2">
    <p:bg>
      <p:bgPr>
        <a:solidFill>
          <a:srgbClr val="FFFFFF"/>
        </a:solidFill>
      </p:bgPr>
    </p:bg>
    <p:spTree>
      <p:nvGrpSpPr>
        <p:cNvPr id="98" name="Shape 98"/>
        <p:cNvGrpSpPr/>
        <p:nvPr/>
      </p:nvGrpSpPr>
      <p:grpSpPr>
        <a:xfrm>
          <a:off x="0" y="0"/>
          <a:ext cx="0" cy="0"/>
          <a:chOff x="0" y="0"/>
          <a:chExt cx="0" cy="0"/>
        </a:xfrm>
      </p:grpSpPr>
      <p:sp>
        <p:nvSpPr>
          <p:cNvPr id="99" name="Google Shape;99;p25"/>
          <p:cNvSpPr txBox="1"/>
          <p:nvPr>
            <p:ph type="title"/>
          </p:nvPr>
        </p:nvSpPr>
        <p:spPr>
          <a:xfrm>
            <a:off x="623888" y="1282304"/>
            <a:ext cx="7886700" cy="2139553"/>
          </a:xfrm>
          <a:prstGeom prst="rect">
            <a:avLst/>
          </a:prstGeom>
          <a:noFill/>
          <a:ln>
            <a:noFill/>
          </a:ln>
        </p:spPr>
        <p:txBody>
          <a:bodyPr anchorCtr="0" anchor="b" bIns="34275" lIns="34275" spcFirstLastPara="1" rIns="34275" wrap="square" tIns="34275">
            <a:normAutofit/>
          </a:bodyPr>
          <a:lstStyle>
            <a:lvl1pPr lvl="0" algn="l">
              <a:lnSpc>
                <a:spcPct val="90000"/>
              </a:lnSpc>
              <a:spcBef>
                <a:spcPts val="0"/>
              </a:spcBef>
              <a:spcAft>
                <a:spcPts val="0"/>
              </a:spcAft>
              <a:buClr>
                <a:srgbClr val="000000"/>
              </a:buClr>
              <a:buSzPts val="4500"/>
              <a:buFont typeface="Calibri"/>
              <a:buNone/>
              <a:defRPr sz="4500"/>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100" name="Google Shape;100;p25"/>
          <p:cNvSpPr txBox="1"/>
          <p:nvPr>
            <p:ph idx="1" type="body"/>
          </p:nvPr>
        </p:nvSpPr>
        <p:spPr>
          <a:xfrm>
            <a:off x="623888" y="3442097"/>
            <a:ext cx="7886700" cy="1125141"/>
          </a:xfrm>
          <a:prstGeom prst="rect">
            <a:avLst/>
          </a:prstGeom>
          <a:noFill/>
          <a:ln>
            <a:noFill/>
          </a:ln>
        </p:spPr>
        <p:txBody>
          <a:bodyPr anchorCtr="0" anchor="t" bIns="34275" lIns="34275" spcFirstLastPara="1" rIns="34275" wrap="square" tIns="34275">
            <a:normAutofit/>
          </a:bodyPr>
          <a:lstStyle>
            <a:lvl1pPr indent="-228600" lvl="0" marL="457200" algn="l">
              <a:lnSpc>
                <a:spcPct val="90000"/>
              </a:lnSpc>
              <a:spcBef>
                <a:spcPts val="800"/>
              </a:spcBef>
              <a:spcAft>
                <a:spcPts val="0"/>
              </a:spcAft>
              <a:buClr>
                <a:srgbClr val="888888"/>
              </a:buClr>
              <a:buSzPts val="1800"/>
              <a:buFont typeface="Calibri"/>
              <a:buNone/>
              <a:defRPr sz="1800">
                <a:solidFill>
                  <a:srgbClr val="888888"/>
                </a:solidFill>
              </a:defRPr>
            </a:lvl1pPr>
            <a:lvl2pPr indent="-228600" lvl="1" marL="914400" algn="l">
              <a:lnSpc>
                <a:spcPct val="90000"/>
              </a:lnSpc>
              <a:spcBef>
                <a:spcPts val="800"/>
              </a:spcBef>
              <a:spcAft>
                <a:spcPts val="0"/>
              </a:spcAft>
              <a:buClr>
                <a:srgbClr val="888888"/>
              </a:buClr>
              <a:buSzPts val="1800"/>
              <a:buFont typeface="Calibri"/>
              <a:buNone/>
              <a:defRPr sz="1800">
                <a:solidFill>
                  <a:srgbClr val="888888"/>
                </a:solidFill>
              </a:defRPr>
            </a:lvl2pPr>
            <a:lvl3pPr indent="-228600" lvl="2" marL="1371600" algn="l">
              <a:lnSpc>
                <a:spcPct val="90000"/>
              </a:lnSpc>
              <a:spcBef>
                <a:spcPts val="800"/>
              </a:spcBef>
              <a:spcAft>
                <a:spcPts val="0"/>
              </a:spcAft>
              <a:buClr>
                <a:srgbClr val="888888"/>
              </a:buClr>
              <a:buSzPts val="1800"/>
              <a:buFont typeface="Calibri"/>
              <a:buNone/>
              <a:defRPr sz="1800">
                <a:solidFill>
                  <a:srgbClr val="888888"/>
                </a:solidFill>
              </a:defRPr>
            </a:lvl3pPr>
            <a:lvl4pPr indent="-228600" lvl="3" marL="1828800" algn="l">
              <a:lnSpc>
                <a:spcPct val="90000"/>
              </a:lnSpc>
              <a:spcBef>
                <a:spcPts val="800"/>
              </a:spcBef>
              <a:spcAft>
                <a:spcPts val="0"/>
              </a:spcAft>
              <a:buClr>
                <a:srgbClr val="888888"/>
              </a:buClr>
              <a:buSzPts val="1800"/>
              <a:buFont typeface="Calibri"/>
              <a:buNone/>
              <a:defRPr sz="1800">
                <a:solidFill>
                  <a:srgbClr val="888888"/>
                </a:solidFill>
              </a:defRPr>
            </a:lvl4pPr>
            <a:lvl5pPr indent="-228600" lvl="4" marL="2286000" algn="l">
              <a:lnSpc>
                <a:spcPct val="90000"/>
              </a:lnSpc>
              <a:spcBef>
                <a:spcPts val="800"/>
              </a:spcBef>
              <a:spcAft>
                <a:spcPts val="0"/>
              </a:spcAft>
              <a:buClr>
                <a:srgbClr val="888888"/>
              </a:buClr>
              <a:buSzPts val="1800"/>
              <a:buFont typeface="Calibri"/>
              <a:buNone/>
              <a:defRPr sz="1800">
                <a:solidFill>
                  <a:srgbClr val="888888"/>
                </a:solidFill>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01" name="Google Shape;101;p25"/>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2">
    <p:bg>
      <p:bgPr>
        <a:solidFill>
          <a:srgbClr val="FFFFFF"/>
        </a:solidFill>
      </p:bgPr>
    </p:bg>
    <p:spTree>
      <p:nvGrpSpPr>
        <p:cNvPr id="102" name="Shape 102"/>
        <p:cNvGrpSpPr/>
        <p:nvPr/>
      </p:nvGrpSpPr>
      <p:grpSpPr>
        <a:xfrm>
          <a:off x="0" y="0"/>
          <a:ext cx="0" cy="0"/>
          <a:chOff x="0" y="0"/>
          <a:chExt cx="0" cy="0"/>
        </a:xfrm>
      </p:grpSpPr>
      <p:sp>
        <p:nvSpPr>
          <p:cNvPr id="103" name="Google Shape;103;p26"/>
          <p:cNvSpPr txBox="1"/>
          <p:nvPr>
            <p:ph type="title"/>
          </p:nvPr>
        </p:nvSpPr>
        <p:spPr>
          <a:xfrm>
            <a:off x="628650" y="273844"/>
            <a:ext cx="7886700" cy="994172"/>
          </a:xfrm>
          <a:prstGeom prst="rect">
            <a:avLst/>
          </a:prstGeom>
          <a:noFill/>
          <a:ln>
            <a:noFill/>
          </a:ln>
        </p:spPr>
        <p:txBody>
          <a:bodyPr anchorCtr="0" anchor="ctr"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104" name="Google Shape;104;p26"/>
          <p:cNvSpPr txBox="1"/>
          <p:nvPr>
            <p:ph idx="1" type="body"/>
          </p:nvPr>
        </p:nvSpPr>
        <p:spPr>
          <a:xfrm>
            <a:off x="628650" y="1369219"/>
            <a:ext cx="3886200" cy="3263504"/>
          </a:xfrm>
          <a:prstGeom prst="rect">
            <a:avLst/>
          </a:prstGeom>
          <a:noFill/>
          <a:ln>
            <a:noFill/>
          </a:ln>
        </p:spPr>
        <p:txBody>
          <a:bodyPr anchorCtr="0" anchor="t"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05" name="Google Shape;105;p26"/>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2">
    <p:bg>
      <p:bgPr>
        <a:solidFill>
          <a:srgbClr val="FFFFFF"/>
        </a:solidFill>
      </p:bgPr>
    </p:bg>
    <p:spTree>
      <p:nvGrpSpPr>
        <p:cNvPr id="106" name="Shape 106"/>
        <p:cNvGrpSpPr/>
        <p:nvPr/>
      </p:nvGrpSpPr>
      <p:grpSpPr>
        <a:xfrm>
          <a:off x="0" y="0"/>
          <a:ext cx="0" cy="0"/>
          <a:chOff x="0" y="0"/>
          <a:chExt cx="0" cy="0"/>
        </a:xfrm>
      </p:grpSpPr>
      <p:sp>
        <p:nvSpPr>
          <p:cNvPr id="107" name="Google Shape;107;p27"/>
          <p:cNvSpPr txBox="1"/>
          <p:nvPr>
            <p:ph type="title"/>
          </p:nvPr>
        </p:nvSpPr>
        <p:spPr>
          <a:xfrm>
            <a:off x="629840" y="273844"/>
            <a:ext cx="7886701" cy="994172"/>
          </a:xfrm>
          <a:prstGeom prst="rect">
            <a:avLst/>
          </a:prstGeom>
          <a:noFill/>
          <a:ln>
            <a:noFill/>
          </a:ln>
        </p:spPr>
        <p:txBody>
          <a:bodyPr anchorCtr="0" anchor="ctr"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108" name="Google Shape;108;p27"/>
          <p:cNvSpPr txBox="1"/>
          <p:nvPr>
            <p:ph idx="1" type="body"/>
          </p:nvPr>
        </p:nvSpPr>
        <p:spPr>
          <a:xfrm>
            <a:off x="629840" y="1260872"/>
            <a:ext cx="3868342" cy="617935"/>
          </a:xfrm>
          <a:prstGeom prst="rect">
            <a:avLst/>
          </a:prstGeom>
          <a:noFill/>
          <a:ln>
            <a:noFill/>
          </a:ln>
        </p:spPr>
        <p:txBody>
          <a:bodyPr anchorCtr="0" anchor="b" bIns="34275" lIns="34275" spcFirstLastPara="1" rIns="34275" wrap="square" tIns="34275">
            <a:normAutofit/>
          </a:bodyPr>
          <a:lstStyle>
            <a:lvl1pPr indent="-228600" lvl="0" marL="457200" algn="l">
              <a:lnSpc>
                <a:spcPct val="90000"/>
              </a:lnSpc>
              <a:spcBef>
                <a:spcPts val="800"/>
              </a:spcBef>
              <a:spcAft>
                <a:spcPts val="0"/>
              </a:spcAft>
              <a:buClr>
                <a:srgbClr val="000000"/>
              </a:buClr>
              <a:buSzPts val="1800"/>
              <a:buFont typeface="Calibri"/>
              <a:buNone/>
              <a:defRPr b="1" sz="1800"/>
            </a:lvl1pPr>
            <a:lvl2pPr indent="-228600" lvl="1" marL="914400" algn="l">
              <a:lnSpc>
                <a:spcPct val="90000"/>
              </a:lnSpc>
              <a:spcBef>
                <a:spcPts val="800"/>
              </a:spcBef>
              <a:spcAft>
                <a:spcPts val="0"/>
              </a:spcAft>
              <a:buClr>
                <a:srgbClr val="000000"/>
              </a:buClr>
              <a:buSzPts val="1800"/>
              <a:buFont typeface="Calibri"/>
              <a:buNone/>
              <a:defRPr b="1" sz="1800"/>
            </a:lvl2pPr>
            <a:lvl3pPr indent="-228600" lvl="2" marL="1371600" algn="l">
              <a:lnSpc>
                <a:spcPct val="90000"/>
              </a:lnSpc>
              <a:spcBef>
                <a:spcPts val="800"/>
              </a:spcBef>
              <a:spcAft>
                <a:spcPts val="0"/>
              </a:spcAft>
              <a:buClr>
                <a:srgbClr val="000000"/>
              </a:buClr>
              <a:buSzPts val="1800"/>
              <a:buFont typeface="Calibri"/>
              <a:buNone/>
              <a:defRPr b="1" sz="1800"/>
            </a:lvl3pPr>
            <a:lvl4pPr indent="-228600" lvl="3" marL="1828800" algn="l">
              <a:lnSpc>
                <a:spcPct val="90000"/>
              </a:lnSpc>
              <a:spcBef>
                <a:spcPts val="800"/>
              </a:spcBef>
              <a:spcAft>
                <a:spcPts val="0"/>
              </a:spcAft>
              <a:buClr>
                <a:srgbClr val="000000"/>
              </a:buClr>
              <a:buSzPts val="1800"/>
              <a:buFont typeface="Calibri"/>
              <a:buNone/>
              <a:defRPr b="1" sz="1800"/>
            </a:lvl4pPr>
            <a:lvl5pPr indent="-228600" lvl="4" marL="2286000" algn="l">
              <a:lnSpc>
                <a:spcPct val="90000"/>
              </a:lnSpc>
              <a:spcBef>
                <a:spcPts val="800"/>
              </a:spcBef>
              <a:spcAft>
                <a:spcPts val="0"/>
              </a:spcAft>
              <a:buClr>
                <a:srgbClr val="000000"/>
              </a:buClr>
              <a:buSzPts val="1800"/>
              <a:buFont typeface="Calibri"/>
              <a:buNone/>
              <a:defRPr b="1" sz="1800"/>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09" name="Google Shape;109;p27"/>
          <p:cNvSpPr txBox="1"/>
          <p:nvPr>
            <p:ph idx="2" type="body"/>
          </p:nvPr>
        </p:nvSpPr>
        <p:spPr>
          <a:xfrm>
            <a:off x="4629150" y="1260872"/>
            <a:ext cx="3887391" cy="617935"/>
          </a:xfrm>
          <a:prstGeom prst="rect">
            <a:avLst/>
          </a:prstGeom>
          <a:noFill/>
          <a:ln>
            <a:noFill/>
          </a:ln>
        </p:spPr>
        <p:txBody>
          <a:bodyPr anchorCtr="0" anchor="b"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10" name="Google Shape;110;p27"/>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bg>
      <p:bgPr>
        <a:solidFill>
          <a:srgbClr val="FFFFFF"/>
        </a:solidFill>
      </p:bgPr>
    </p:bg>
    <p:spTree>
      <p:nvGrpSpPr>
        <p:cNvPr id="111" name="Shape 111"/>
        <p:cNvGrpSpPr/>
        <p:nvPr/>
      </p:nvGrpSpPr>
      <p:grpSpPr>
        <a:xfrm>
          <a:off x="0" y="0"/>
          <a:ext cx="0" cy="0"/>
          <a:chOff x="0" y="0"/>
          <a:chExt cx="0" cy="0"/>
        </a:xfrm>
      </p:grpSpPr>
      <p:sp>
        <p:nvSpPr>
          <p:cNvPr id="112" name="Google Shape;112;p28"/>
          <p:cNvSpPr txBox="1"/>
          <p:nvPr>
            <p:ph type="title"/>
          </p:nvPr>
        </p:nvSpPr>
        <p:spPr>
          <a:xfrm>
            <a:off x="628650" y="273844"/>
            <a:ext cx="7886700" cy="994172"/>
          </a:xfrm>
          <a:prstGeom prst="rect">
            <a:avLst/>
          </a:prstGeom>
          <a:noFill/>
          <a:ln>
            <a:noFill/>
          </a:ln>
        </p:spPr>
        <p:txBody>
          <a:bodyPr anchorCtr="0" anchor="ctr" bIns="34275" lIns="34275" spcFirstLastPara="1" rIns="34275" wrap="square" tIns="34275">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113" name="Google Shape;113;p28"/>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rgbClr val="FFFFFF"/>
        </a:solidFill>
      </p:bgPr>
    </p:bg>
    <p:spTree>
      <p:nvGrpSpPr>
        <p:cNvPr id="114" name="Shape 114"/>
        <p:cNvGrpSpPr/>
        <p:nvPr/>
      </p:nvGrpSpPr>
      <p:grpSpPr>
        <a:xfrm>
          <a:off x="0" y="0"/>
          <a:ext cx="0" cy="0"/>
          <a:chOff x="0" y="0"/>
          <a:chExt cx="0" cy="0"/>
        </a:xfrm>
      </p:grpSpPr>
      <p:sp>
        <p:nvSpPr>
          <p:cNvPr id="115" name="Google Shape;115;p29"/>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2">
    <p:bg>
      <p:bgPr>
        <a:solidFill>
          <a:srgbClr val="FFFFFF"/>
        </a:solidFill>
      </p:bgPr>
    </p:bg>
    <p:spTree>
      <p:nvGrpSpPr>
        <p:cNvPr id="116" name="Shape 116"/>
        <p:cNvGrpSpPr/>
        <p:nvPr/>
      </p:nvGrpSpPr>
      <p:grpSpPr>
        <a:xfrm>
          <a:off x="0" y="0"/>
          <a:ext cx="0" cy="0"/>
          <a:chOff x="0" y="0"/>
          <a:chExt cx="0" cy="0"/>
        </a:xfrm>
      </p:grpSpPr>
      <p:sp>
        <p:nvSpPr>
          <p:cNvPr id="117" name="Google Shape;117;p30"/>
          <p:cNvSpPr txBox="1"/>
          <p:nvPr>
            <p:ph type="title"/>
          </p:nvPr>
        </p:nvSpPr>
        <p:spPr>
          <a:xfrm>
            <a:off x="629840" y="342900"/>
            <a:ext cx="2949179" cy="1200150"/>
          </a:xfrm>
          <a:prstGeom prst="rect">
            <a:avLst/>
          </a:prstGeom>
          <a:noFill/>
          <a:ln>
            <a:noFill/>
          </a:ln>
        </p:spPr>
        <p:txBody>
          <a:bodyPr anchorCtr="0" anchor="b" bIns="34275" lIns="34275" spcFirstLastPara="1" rIns="34275" wrap="square" tIns="34275">
            <a:normAutofit/>
          </a:bodyPr>
          <a:lstStyle>
            <a:lvl1pPr lvl="0" algn="l">
              <a:lnSpc>
                <a:spcPct val="90000"/>
              </a:lnSpc>
              <a:spcBef>
                <a:spcPts val="0"/>
              </a:spcBef>
              <a:spcAft>
                <a:spcPts val="0"/>
              </a:spcAft>
              <a:buClr>
                <a:srgbClr val="000000"/>
              </a:buClr>
              <a:buSzPts val="2400"/>
              <a:buFont typeface="Calibri"/>
              <a:buNone/>
              <a:defRPr sz="2400"/>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118" name="Google Shape;118;p30"/>
          <p:cNvSpPr txBox="1"/>
          <p:nvPr>
            <p:ph idx="1" type="body"/>
          </p:nvPr>
        </p:nvSpPr>
        <p:spPr>
          <a:xfrm>
            <a:off x="3887390" y="740569"/>
            <a:ext cx="4629151" cy="3655219"/>
          </a:xfrm>
          <a:prstGeom prst="rect">
            <a:avLst/>
          </a:prstGeom>
          <a:noFill/>
          <a:ln>
            <a:noFill/>
          </a:ln>
        </p:spPr>
        <p:txBody>
          <a:bodyPr anchorCtr="0" anchor="t" bIns="34275" lIns="34275" spcFirstLastPara="1" rIns="34275" wrap="square" tIns="34275">
            <a:normAutofit/>
          </a:bodyPr>
          <a:lstStyle>
            <a:lvl1pPr indent="-381000" lvl="0" marL="457200" algn="l">
              <a:lnSpc>
                <a:spcPct val="90000"/>
              </a:lnSpc>
              <a:spcBef>
                <a:spcPts val="800"/>
              </a:spcBef>
              <a:spcAft>
                <a:spcPts val="0"/>
              </a:spcAft>
              <a:buClr>
                <a:srgbClr val="000000"/>
              </a:buClr>
              <a:buSzPts val="2400"/>
              <a:buChar char="•"/>
              <a:defRPr sz="2400"/>
            </a:lvl1pPr>
            <a:lvl2pPr indent="-381000" lvl="1" marL="914400" algn="l">
              <a:lnSpc>
                <a:spcPct val="90000"/>
              </a:lnSpc>
              <a:spcBef>
                <a:spcPts val="800"/>
              </a:spcBef>
              <a:spcAft>
                <a:spcPts val="0"/>
              </a:spcAft>
              <a:buClr>
                <a:srgbClr val="000000"/>
              </a:buClr>
              <a:buSzPts val="2400"/>
              <a:buChar char="•"/>
              <a:defRPr sz="2400"/>
            </a:lvl2pPr>
            <a:lvl3pPr indent="-381000" lvl="2" marL="1371600" algn="l">
              <a:lnSpc>
                <a:spcPct val="90000"/>
              </a:lnSpc>
              <a:spcBef>
                <a:spcPts val="800"/>
              </a:spcBef>
              <a:spcAft>
                <a:spcPts val="0"/>
              </a:spcAft>
              <a:buClr>
                <a:srgbClr val="000000"/>
              </a:buClr>
              <a:buSzPts val="2400"/>
              <a:buChar char="•"/>
              <a:defRPr sz="2400"/>
            </a:lvl3pPr>
            <a:lvl4pPr indent="-381000" lvl="3" marL="1828800" algn="l">
              <a:lnSpc>
                <a:spcPct val="90000"/>
              </a:lnSpc>
              <a:spcBef>
                <a:spcPts val="800"/>
              </a:spcBef>
              <a:spcAft>
                <a:spcPts val="0"/>
              </a:spcAft>
              <a:buClr>
                <a:srgbClr val="000000"/>
              </a:buClr>
              <a:buSzPts val="2400"/>
              <a:buChar char="•"/>
              <a:defRPr sz="2400"/>
            </a:lvl4pPr>
            <a:lvl5pPr indent="-381000" lvl="4" marL="2286000" algn="l">
              <a:lnSpc>
                <a:spcPct val="90000"/>
              </a:lnSpc>
              <a:spcBef>
                <a:spcPts val="800"/>
              </a:spcBef>
              <a:spcAft>
                <a:spcPts val="0"/>
              </a:spcAft>
              <a:buClr>
                <a:srgbClr val="000000"/>
              </a:buClr>
              <a:buSzPts val="2400"/>
              <a:buChar char="•"/>
              <a:defRPr sz="2400"/>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19" name="Google Shape;119;p30"/>
          <p:cNvSpPr txBox="1"/>
          <p:nvPr>
            <p:ph idx="2" type="body"/>
          </p:nvPr>
        </p:nvSpPr>
        <p:spPr>
          <a:xfrm>
            <a:off x="629840" y="1543050"/>
            <a:ext cx="2949179" cy="2858691"/>
          </a:xfrm>
          <a:prstGeom prst="rect">
            <a:avLst/>
          </a:prstGeom>
          <a:noFill/>
          <a:ln>
            <a:noFill/>
          </a:ln>
        </p:spPr>
        <p:txBody>
          <a:bodyPr anchorCtr="0" anchor="t" bIns="34275" lIns="34275" spcFirstLastPara="1" rIns="34275" wrap="square" tIns="34275">
            <a:normAutofit/>
          </a:bodyPr>
          <a:lstStyle>
            <a:lvl1pPr indent="-317500" lvl="0" marL="457200" algn="l">
              <a:lnSpc>
                <a:spcPct val="90000"/>
              </a:lnSpc>
              <a:spcBef>
                <a:spcPts val="800"/>
              </a:spcBef>
              <a:spcAft>
                <a:spcPts val="0"/>
              </a:spcAft>
              <a:buClr>
                <a:srgbClr val="000000"/>
              </a:buClr>
              <a:buSzPts val="1400"/>
              <a:buChar char="•"/>
              <a:defRPr/>
            </a:lvl1pPr>
            <a:lvl2pPr indent="-317500" lvl="1" marL="914400" algn="l">
              <a:lnSpc>
                <a:spcPct val="90000"/>
              </a:lnSpc>
              <a:spcBef>
                <a:spcPts val="800"/>
              </a:spcBef>
              <a:spcAft>
                <a:spcPts val="0"/>
              </a:spcAft>
              <a:buClr>
                <a:srgbClr val="000000"/>
              </a:buClr>
              <a:buSzPts val="1400"/>
              <a:buChar char="•"/>
              <a:defRPr/>
            </a:lvl2pPr>
            <a:lvl3pPr indent="-317500" lvl="2" marL="1371600" algn="l">
              <a:lnSpc>
                <a:spcPct val="90000"/>
              </a:lnSpc>
              <a:spcBef>
                <a:spcPts val="800"/>
              </a:spcBef>
              <a:spcAft>
                <a:spcPts val="0"/>
              </a:spcAft>
              <a:buClr>
                <a:srgbClr val="000000"/>
              </a:buClr>
              <a:buSzPts val="1400"/>
              <a:buChar char="•"/>
              <a:defRPr/>
            </a:lvl3pPr>
            <a:lvl4pPr indent="-317500" lvl="3" marL="1828800" algn="l">
              <a:lnSpc>
                <a:spcPct val="90000"/>
              </a:lnSpc>
              <a:spcBef>
                <a:spcPts val="800"/>
              </a:spcBef>
              <a:spcAft>
                <a:spcPts val="0"/>
              </a:spcAft>
              <a:buClr>
                <a:srgbClr val="000000"/>
              </a:buClr>
              <a:buSzPts val="1400"/>
              <a:buChar char="•"/>
              <a:defRPr/>
            </a:lvl4pPr>
            <a:lvl5pPr indent="-317500" lvl="4" marL="2286000" algn="l">
              <a:lnSpc>
                <a:spcPct val="90000"/>
              </a:lnSpc>
              <a:spcBef>
                <a:spcPts val="800"/>
              </a:spcBef>
              <a:spcAft>
                <a:spcPts val="0"/>
              </a:spcAft>
              <a:buClr>
                <a:srgbClr val="000000"/>
              </a:buClr>
              <a:buSzPts val="1400"/>
              <a:buChar char="•"/>
              <a:defRPr/>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20" name="Google Shape;120;p30"/>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2">
    <p:bg>
      <p:bgPr>
        <a:solidFill>
          <a:srgbClr val="FFFFFF"/>
        </a:solidFill>
      </p:bgPr>
    </p:bg>
    <p:spTree>
      <p:nvGrpSpPr>
        <p:cNvPr id="121" name="Shape 121"/>
        <p:cNvGrpSpPr/>
        <p:nvPr/>
      </p:nvGrpSpPr>
      <p:grpSpPr>
        <a:xfrm>
          <a:off x="0" y="0"/>
          <a:ext cx="0" cy="0"/>
          <a:chOff x="0" y="0"/>
          <a:chExt cx="0" cy="0"/>
        </a:xfrm>
      </p:grpSpPr>
      <p:sp>
        <p:nvSpPr>
          <p:cNvPr id="122" name="Google Shape;122;p31"/>
          <p:cNvSpPr txBox="1"/>
          <p:nvPr>
            <p:ph type="title"/>
          </p:nvPr>
        </p:nvSpPr>
        <p:spPr>
          <a:xfrm>
            <a:off x="629840" y="342900"/>
            <a:ext cx="2949179" cy="1200150"/>
          </a:xfrm>
          <a:prstGeom prst="rect">
            <a:avLst/>
          </a:prstGeom>
          <a:noFill/>
          <a:ln>
            <a:noFill/>
          </a:ln>
        </p:spPr>
        <p:txBody>
          <a:bodyPr anchorCtr="0" anchor="b" bIns="34275" lIns="34275" spcFirstLastPara="1" rIns="34275" wrap="square" tIns="34275">
            <a:normAutofit/>
          </a:bodyPr>
          <a:lstStyle>
            <a:lvl1pPr lvl="0" algn="l">
              <a:lnSpc>
                <a:spcPct val="90000"/>
              </a:lnSpc>
              <a:spcBef>
                <a:spcPts val="0"/>
              </a:spcBef>
              <a:spcAft>
                <a:spcPts val="0"/>
              </a:spcAft>
              <a:buClr>
                <a:srgbClr val="000000"/>
              </a:buClr>
              <a:buSzPts val="2400"/>
              <a:buFont typeface="Calibri"/>
              <a:buNone/>
              <a:defRPr sz="2400"/>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p:txBody>
      </p:sp>
      <p:sp>
        <p:nvSpPr>
          <p:cNvPr id="123" name="Google Shape;123;p31"/>
          <p:cNvSpPr/>
          <p:nvPr>
            <p:ph idx="2" type="pic"/>
          </p:nvPr>
        </p:nvSpPr>
        <p:spPr>
          <a:xfrm>
            <a:off x="3887390" y="740569"/>
            <a:ext cx="4629151" cy="3655219"/>
          </a:xfrm>
          <a:prstGeom prst="rect">
            <a:avLst/>
          </a:prstGeom>
          <a:noFill/>
          <a:ln>
            <a:noFill/>
          </a:ln>
        </p:spPr>
      </p:sp>
      <p:sp>
        <p:nvSpPr>
          <p:cNvPr id="124" name="Google Shape;124;p31"/>
          <p:cNvSpPr txBox="1"/>
          <p:nvPr>
            <p:ph idx="1" type="body"/>
          </p:nvPr>
        </p:nvSpPr>
        <p:spPr>
          <a:xfrm>
            <a:off x="629840" y="1543050"/>
            <a:ext cx="2949179" cy="2858691"/>
          </a:xfrm>
          <a:prstGeom prst="rect">
            <a:avLst/>
          </a:prstGeom>
          <a:noFill/>
          <a:ln>
            <a:noFill/>
          </a:ln>
        </p:spPr>
        <p:txBody>
          <a:bodyPr anchorCtr="0" anchor="t" bIns="34275" lIns="34275" spcFirstLastPara="1" rIns="34275" wrap="square" tIns="34275">
            <a:normAutofit/>
          </a:bodyPr>
          <a:lstStyle>
            <a:lvl1pPr indent="-228600" lvl="0" marL="457200" algn="l">
              <a:lnSpc>
                <a:spcPct val="90000"/>
              </a:lnSpc>
              <a:spcBef>
                <a:spcPts val="800"/>
              </a:spcBef>
              <a:spcAft>
                <a:spcPts val="0"/>
              </a:spcAft>
              <a:buClr>
                <a:srgbClr val="000000"/>
              </a:buClr>
              <a:buSzPts val="1200"/>
              <a:buFont typeface="Calibri"/>
              <a:buNone/>
              <a:defRPr sz="1200"/>
            </a:lvl1pPr>
            <a:lvl2pPr indent="-228600" lvl="1" marL="914400" algn="l">
              <a:lnSpc>
                <a:spcPct val="90000"/>
              </a:lnSpc>
              <a:spcBef>
                <a:spcPts val="800"/>
              </a:spcBef>
              <a:spcAft>
                <a:spcPts val="0"/>
              </a:spcAft>
              <a:buClr>
                <a:srgbClr val="000000"/>
              </a:buClr>
              <a:buSzPts val="1200"/>
              <a:buFont typeface="Calibri"/>
              <a:buNone/>
              <a:defRPr sz="1200"/>
            </a:lvl2pPr>
            <a:lvl3pPr indent="-228600" lvl="2" marL="1371600" algn="l">
              <a:lnSpc>
                <a:spcPct val="90000"/>
              </a:lnSpc>
              <a:spcBef>
                <a:spcPts val="800"/>
              </a:spcBef>
              <a:spcAft>
                <a:spcPts val="0"/>
              </a:spcAft>
              <a:buClr>
                <a:srgbClr val="000000"/>
              </a:buClr>
              <a:buSzPts val="1200"/>
              <a:buFont typeface="Calibri"/>
              <a:buNone/>
              <a:defRPr sz="1200"/>
            </a:lvl3pPr>
            <a:lvl4pPr indent="-228600" lvl="3" marL="1828800" algn="l">
              <a:lnSpc>
                <a:spcPct val="90000"/>
              </a:lnSpc>
              <a:spcBef>
                <a:spcPts val="800"/>
              </a:spcBef>
              <a:spcAft>
                <a:spcPts val="0"/>
              </a:spcAft>
              <a:buClr>
                <a:srgbClr val="000000"/>
              </a:buClr>
              <a:buSzPts val="1200"/>
              <a:buFont typeface="Calibri"/>
              <a:buNone/>
              <a:defRPr sz="1200"/>
            </a:lvl4pPr>
            <a:lvl5pPr indent="-228600" lvl="4" marL="2286000" algn="l">
              <a:lnSpc>
                <a:spcPct val="90000"/>
              </a:lnSpc>
              <a:spcBef>
                <a:spcPts val="800"/>
              </a:spcBef>
              <a:spcAft>
                <a:spcPts val="0"/>
              </a:spcAft>
              <a:buClr>
                <a:srgbClr val="000000"/>
              </a:buClr>
              <a:buSzPts val="1200"/>
              <a:buFont typeface="Calibri"/>
              <a:buNone/>
              <a:defRPr sz="1200"/>
            </a:lvl5pPr>
            <a:lvl6pPr indent="-317500" lvl="5" marL="2743200" algn="l">
              <a:lnSpc>
                <a:spcPct val="90000"/>
              </a:lnSpc>
              <a:spcBef>
                <a:spcPts val="800"/>
              </a:spcBef>
              <a:spcAft>
                <a:spcPts val="0"/>
              </a:spcAft>
              <a:buClr>
                <a:srgbClr val="000000"/>
              </a:buClr>
              <a:buSzPts val="1400"/>
              <a:buChar char="•"/>
              <a:defRPr/>
            </a:lvl6pPr>
            <a:lvl7pPr indent="-317500" lvl="6" marL="3200400" algn="l">
              <a:lnSpc>
                <a:spcPct val="90000"/>
              </a:lnSpc>
              <a:spcBef>
                <a:spcPts val="800"/>
              </a:spcBef>
              <a:spcAft>
                <a:spcPts val="0"/>
              </a:spcAft>
              <a:buClr>
                <a:srgbClr val="000000"/>
              </a:buClr>
              <a:buSzPts val="1400"/>
              <a:buChar char="•"/>
              <a:defRPr/>
            </a:lvl7pPr>
            <a:lvl8pPr indent="-317500" lvl="7" marL="3657600" algn="l">
              <a:lnSpc>
                <a:spcPct val="90000"/>
              </a:lnSpc>
              <a:spcBef>
                <a:spcPts val="800"/>
              </a:spcBef>
              <a:spcAft>
                <a:spcPts val="0"/>
              </a:spcAft>
              <a:buClr>
                <a:srgbClr val="000000"/>
              </a:buClr>
              <a:buSzPts val="1400"/>
              <a:buChar char="•"/>
              <a:defRPr/>
            </a:lvl8pPr>
            <a:lvl9pPr indent="-317500" lvl="8" marL="4114800" algn="l">
              <a:lnSpc>
                <a:spcPct val="90000"/>
              </a:lnSpc>
              <a:spcBef>
                <a:spcPts val="800"/>
              </a:spcBef>
              <a:spcAft>
                <a:spcPts val="0"/>
              </a:spcAft>
              <a:buClr>
                <a:srgbClr val="000000"/>
              </a:buClr>
              <a:buSzPts val="1400"/>
              <a:buChar char="•"/>
              <a:defRPr/>
            </a:lvl9pPr>
          </a:lstStyle>
          <a:p/>
        </p:txBody>
      </p:sp>
      <p:sp>
        <p:nvSpPr>
          <p:cNvPr id="125" name="Google Shape;125;p31"/>
          <p:cNvSpPr txBox="1"/>
          <p:nvPr>
            <p:ph idx="12" type="sldNum"/>
          </p:nvPr>
        </p:nvSpPr>
        <p:spPr>
          <a:xfrm>
            <a:off x="8321382" y="4811070"/>
            <a:ext cx="193968" cy="186229"/>
          </a:xfrm>
          <a:prstGeom prst="rect">
            <a:avLst/>
          </a:prstGeom>
          <a:noFill/>
          <a:ln>
            <a:noFill/>
          </a:ln>
        </p:spPr>
        <p:txBody>
          <a:bodyPr anchorCtr="0" anchor="ctr" bIns="34275" lIns="34275" spcFirstLastPara="1" rIns="34275" wrap="square" tIns="34275">
            <a:spAutoFit/>
          </a:bodyPr>
          <a:lstStyle>
            <a:lvl1pPr indent="0" lvl="0" marL="0" marR="0" algn="r">
              <a:lnSpc>
                <a:spcPct val="100000"/>
              </a:lnSpc>
              <a:spcBef>
                <a:spcPts val="0"/>
              </a:spcBef>
              <a:spcAft>
                <a:spcPts val="0"/>
              </a:spcAft>
              <a:buClr>
                <a:srgbClr val="888888"/>
              </a:buClr>
              <a:buSzPts val="900"/>
              <a:buFont typeface="Calibri"/>
              <a:buNone/>
              <a:defRPr sz="900">
                <a:solidFill>
                  <a:srgbClr val="888888"/>
                </a:solidFill>
              </a:defRPr>
            </a:lvl1pPr>
            <a:lvl2pPr indent="0" lvl="1" marL="0" marR="0" algn="r">
              <a:lnSpc>
                <a:spcPct val="100000"/>
              </a:lnSpc>
              <a:spcBef>
                <a:spcPts val="0"/>
              </a:spcBef>
              <a:spcAft>
                <a:spcPts val="0"/>
              </a:spcAft>
              <a:buClr>
                <a:srgbClr val="888888"/>
              </a:buClr>
              <a:buSzPts val="900"/>
              <a:buFont typeface="Calibri"/>
              <a:buNone/>
              <a:defRPr sz="900">
                <a:solidFill>
                  <a:srgbClr val="888888"/>
                </a:solidFill>
              </a:defRPr>
            </a:lvl2pPr>
            <a:lvl3pPr indent="0" lvl="2" marL="0" marR="0" algn="r">
              <a:lnSpc>
                <a:spcPct val="100000"/>
              </a:lnSpc>
              <a:spcBef>
                <a:spcPts val="0"/>
              </a:spcBef>
              <a:spcAft>
                <a:spcPts val="0"/>
              </a:spcAft>
              <a:buClr>
                <a:srgbClr val="888888"/>
              </a:buClr>
              <a:buSzPts val="900"/>
              <a:buFont typeface="Calibri"/>
              <a:buNone/>
              <a:defRPr sz="900">
                <a:solidFill>
                  <a:srgbClr val="888888"/>
                </a:solidFill>
              </a:defRPr>
            </a:lvl3pPr>
            <a:lvl4pPr indent="0" lvl="3" marL="0" marR="0" algn="r">
              <a:lnSpc>
                <a:spcPct val="100000"/>
              </a:lnSpc>
              <a:spcBef>
                <a:spcPts val="0"/>
              </a:spcBef>
              <a:spcAft>
                <a:spcPts val="0"/>
              </a:spcAft>
              <a:buClr>
                <a:srgbClr val="888888"/>
              </a:buClr>
              <a:buSzPts val="900"/>
              <a:buFont typeface="Calibri"/>
              <a:buNone/>
              <a:defRPr sz="900">
                <a:solidFill>
                  <a:srgbClr val="888888"/>
                </a:solidFill>
              </a:defRPr>
            </a:lvl4pPr>
            <a:lvl5pPr indent="0" lvl="4" marL="0" marR="0" algn="r">
              <a:lnSpc>
                <a:spcPct val="100000"/>
              </a:lnSpc>
              <a:spcBef>
                <a:spcPts val="0"/>
              </a:spcBef>
              <a:spcAft>
                <a:spcPts val="0"/>
              </a:spcAft>
              <a:buClr>
                <a:srgbClr val="888888"/>
              </a:buClr>
              <a:buSzPts val="900"/>
              <a:buFont typeface="Calibri"/>
              <a:buNone/>
              <a:defRPr sz="900">
                <a:solidFill>
                  <a:srgbClr val="888888"/>
                </a:solidFill>
              </a:defRPr>
            </a:lvl5pPr>
            <a:lvl6pPr indent="0" lvl="5" marL="0" marR="0" algn="r">
              <a:lnSpc>
                <a:spcPct val="100000"/>
              </a:lnSpc>
              <a:spcBef>
                <a:spcPts val="0"/>
              </a:spcBef>
              <a:spcAft>
                <a:spcPts val="0"/>
              </a:spcAft>
              <a:buClr>
                <a:srgbClr val="888888"/>
              </a:buClr>
              <a:buSzPts val="900"/>
              <a:buFont typeface="Calibri"/>
              <a:buNone/>
              <a:defRPr sz="900">
                <a:solidFill>
                  <a:srgbClr val="888888"/>
                </a:solidFill>
              </a:defRPr>
            </a:lvl6pPr>
            <a:lvl7pPr indent="0" lvl="6" marL="0" marR="0" algn="r">
              <a:lnSpc>
                <a:spcPct val="100000"/>
              </a:lnSpc>
              <a:spcBef>
                <a:spcPts val="0"/>
              </a:spcBef>
              <a:spcAft>
                <a:spcPts val="0"/>
              </a:spcAft>
              <a:buClr>
                <a:srgbClr val="888888"/>
              </a:buClr>
              <a:buSzPts val="900"/>
              <a:buFont typeface="Calibri"/>
              <a:buNone/>
              <a:defRPr sz="900">
                <a:solidFill>
                  <a:srgbClr val="888888"/>
                </a:solidFill>
              </a:defRPr>
            </a:lvl7pPr>
            <a:lvl8pPr indent="0" lvl="7" marL="0" marR="0" algn="r">
              <a:lnSpc>
                <a:spcPct val="100000"/>
              </a:lnSpc>
              <a:spcBef>
                <a:spcPts val="0"/>
              </a:spcBef>
              <a:spcAft>
                <a:spcPts val="0"/>
              </a:spcAft>
              <a:buClr>
                <a:srgbClr val="888888"/>
              </a:buClr>
              <a:buSzPts val="900"/>
              <a:buFont typeface="Calibri"/>
              <a:buNone/>
              <a:defRPr sz="900">
                <a:solidFill>
                  <a:srgbClr val="888888"/>
                </a:solidFill>
              </a:defRPr>
            </a:lvl8pPr>
            <a:lvl9pPr indent="0" lvl="8" marL="0" marR="0" algn="r">
              <a:lnSpc>
                <a:spcPct val="100000"/>
              </a:lnSpc>
              <a:spcBef>
                <a:spcPts val="0"/>
              </a:spcBef>
              <a:spcAft>
                <a:spcPts val="0"/>
              </a:spcAft>
              <a:buClr>
                <a:srgbClr val="888888"/>
              </a:buClr>
              <a:buSzPts val="900"/>
              <a:buFont typeface="Calibri"/>
              <a:buNone/>
              <a:defRPr sz="900">
                <a:solidFill>
                  <a:srgbClr val="888888"/>
                </a:solidFill>
              </a:defRPr>
            </a:lvl9pPr>
          </a:lstStyle>
          <a:p>
            <a:pPr indent="0" lvl="0" marL="0" rtl="0" algn="r">
              <a:spcBef>
                <a:spcPts val="0"/>
              </a:spcBef>
              <a:spcAft>
                <a:spcPts val="0"/>
              </a:spcAft>
              <a:buNone/>
            </a:pPr>
            <a:fld id="{00000000-1234-1234-1234-123412341234}" type="slidenum">
              <a:rPr lang="en-GB"/>
              <a:t>‹#›</a:t>
            </a:fld>
            <a:endParaRPr sz="140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5" Type="http://schemas.openxmlformats.org/officeDocument/2006/relationships/slideLayout" Target="../slideLayouts/slideLayout15.xml"/><Relationship Id="rId19" Type="http://schemas.openxmlformats.org/officeDocument/2006/relationships/slideLayout" Target="../slideLayouts/slideLayout29.xml"/><Relationship Id="rId6" Type="http://schemas.openxmlformats.org/officeDocument/2006/relationships/slideLayout" Target="../slideLayouts/slideLayout16.xml"/><Relationship Id="rId18" Type="http://schemas.openxmlformats.org/officeDocument/2006/relationships/slideLayout" Target="../slideLayouts/slideLayout28.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t" bIns="34275" lIns="34275" spcFirstLastPara="1" rIns="34275" wrap="square" tIns="34275">
            <a:normAutofit/>
          </a:bodyPr>
          <a:lstStyle>
            <a:lvl1pPr lvl="0"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3300"/>
              <a:buFont typeface="Calibri"/>
              <a:buNone/>
              <a:defRPr b="0" i="0" sz="3300" u="none" cap="none" strike="noStrike">
                <a:solidFill>
                  <a:srgbClr val="000000"/>
                </a:solidFill>
                <a:latin typeface="Calibri"/>
                <a:ea typeface="Calibri"/>
                <a:cs typeface="Calibri"/>
                <a:sym typeface="Calibri"/>
              </a:defRPr>
            </a:lvl9pPr>
          </a:lstStyle>
          <a:p/>
        </p:txBody>
      </p:sp>
      <p:sp>
        <p:nvSpPr>
          <p:cNvPr id="52" name="Google Shape;52;p13"/>
          <p:cNvSpPr txBox="1"/>
          <p:nvPr>
            <p:ph idx="1" type="body"/>
          </p:nvPr>
        </p:nvSpPr>
        <p:spPr>
          <a:xfrm>
            <a:off x="457200" y="1200150"/>
            <a:ext cx="8229600" cy="3394472"/>
          </a:xfrm>
          <a:prstGeom prst="rect">
            <a:avLst/>
          </a:prstGeom>
          <a:noFill/>
          <a:ln>
            <a:noFill/>
          </a:ln>
        </p:spPr>
        <p:txBody>
          <a:bodyPr anchorCtr="0" anchor="t" bIns="34275" lIns="34275" spcFirstLastPara="1" rIns="34275" wrap="square" tIns="34275">
            <a:noAutofit/>
          </a:bodyPr>
          <a:lstStyle>
            <a:lvl1pPr indent="-361950" lvl="0" marL="4572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1pPr>
            <a:lvl2pPr indent="-361950" lvl="1" marL="9144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2pPr>
            <a:lvl3pPr indent="-361950" lvl="2" marL="13716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3pPr>
            <a:lvl4pPr indent="-361950" lvl="3" marL="18288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4pPr>
            <a:lvl5pPr indent="-361950" lvl="4" marL="22860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5pPr>
            <a:lvl6pPr indent="-361950" lvl="5" marL="27432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6pPr>
            <a:lvl7pPr indent="-361950" lvl="6" marL="32004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7pPr>
            <a:lvl8pPr indent="-361950" lvl="7" marL="36576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8pPr>
            <a:lvl9pPr indent="-361950" lvl="8" marL="4114800" marR="0" rtl="0" algn="l">
              <a:lnSpc>
                <a:spcPct val="90000"/>
              </a:lnSpc>
              <a:spcBef>
                <a:spcPts val="800"/>
              </a:spcBef>
              <a:spcAft>
                <a:spcPts val="0"/>
              </a:spcAft>
              <a:buClr>
                <a:srgbClr val="000000"/>
              </a:buClr>
              <a:buSzPts val="2100"/>
              <a:buFont typeface="Arial"/>
              <a:buChar char="•"/>
              <a:defRPr b="0" i="0" sz="2100" u="none" cap="none" strike="noStrike">
                <a:solidFill>
                  <a:srgbClr val="000000"/>
                </a:solidFill>
                <a:latin typeface="Calibri"/>
                <a:ea typeface="Calibri"/>
                <a:cs typeface="Calibri"/>
                <a:sym typeface="Calibri"/>
              </a:defRPr>
            </a:lvl9pPr>
          </a:lstStyle>
          <a:p/>
        </p:txBody>
      </p:sp>
      <p:sp>
        <p:nvSpPr>
          <p:cNvPr id="53" name="Google Shape;53;p13"/>
          <p:cNvSpPr txBox="1"/>
          <p:nvPr>
            <p:ph idx="12" type="sldNum"/>
          </p:nvPr>
        </p:nvSpPr>
        <p:spPr>
          <a:xfrm>
            <a:off x="6457950" y="4767263"/>
            <a:ext cx="251899" cy="249816"/>
          </a:xfrm>
          <a:prstGeom prst="rect">
            <a:avLst/>
          </a:prstGeom>
          <a:noFill/>
          <a:ln>
            <a:noFill/>
          </a:ln>
        </p:spPr>
        <p:txBody>
          <a:bodyPr anchorCtr="0" anchor="t" bIns="34275" lIns="34275" spcFirstLastPara="1" rIns="34275" wrap="square" tIns="34275">
            <a:spAutoFit/>
          </a:bodyPr>
          <a:lstStyle>
            <a:lvl1pPr indent="0" lvl="0"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400"/>
              <a:buFont typeface="Calibri"/>
              <a:buNone/>
              <a:defRPr b="0"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sz="11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clinicaltrial.gov"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32"/>
          <p:cNvSpPr txBox="1"/>
          <p:nvPr/>
        </p:nvSpPr>
        <p:spPr>
          <a:xfrm>
            <a:off x="4094837" y="844464"/>
            <a:ext cx="4916806" cy="1463643"/>
          </a:xfrm>
          <a:prstGeom prst="rect">
            <a:avLst/>
          </a:prstGeom>
          <a:noFill/>
          <a:ln>
            <a:noFill/>
          </a:ln>
        </p:spPr>
        <p:txBody>
          <a:bodyPr anchorCtr="0" anchor="ctr" bIns="34275" lIns="34275" spcFirstLastPara="1" rIns="34275" wrap="square" tIns="34275">
            <a:normAutofit/>
          </a:bodyPr>
          <a:lstStyle/>
          <a:p>
            <a:pPr indent="0" lvl="0" marL="0" marR="0" rtl="0" algn="l">
              <a:lnSpc>
                <a:spcPct val="90000"/>
              </a:lnSpc>
              <a:spcBef>
                <a:spcPts val="0"/>
              </a:spcBef>
              <a:spcAft>
                <a:spcPts val="0"/>
              </a:spcAft>
              <a:buClr>
                <a:srgbClr val="3A1953"/>
              </a:buClr>
              <a:buSzPts val="2100"/>
              <a:buFont typeface="Arial"/>
              <a:buNone/>
            </a:pPr>
            <a:r>
              <a:rPr b="1" i="0" lang="en-GB" sz="2100" u="none" cap="none" strike="noStrike">
                <a:solidFill>
                  <a:srgbClr val="3A1953"/>
                </a:solidFill>
                <a:latin typeface="Arial"/>
                <a:ea typeface="Arial"/>
                <a:cs typeface="Arial"/>
                <a:sym typeface="Arial"/>
              </a:rPr>
              <a:t>Knowledge Graph-based Retrieval-Augmented Generation System for Domain Specific Information Extraction with Glossary-Aided Responses</a:t>
            </a:r>
            <a:endParaRPr sz="1100"/>
          </a:p>
        </p:txBody>
      </p:sp>
      <p:sp>
        <p:nvSpPr>
          <p:cNvPr id="131" name="Google Shape;131;p32"/>
          <p:cNvSpPr txBox="1"/>
          <p:nvPr/>
        </p:nvSpPr>
        <p:spPr>
          <a:xfrm>
            <a:off x="4094835" y="2727730"/>
            <a:ext cx="4752300" cy="5001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3A1953"/>
              </a:buClr>
              <a:buSzPts val="1400"/>
              <a:buFont typeface="Calibri"/>
              <a:buNone/>
            </a:pPr>
            <a:r>
              <a:rPr b="0" i="0" lang="en-GB" sz="1400" u="none" cap="none" strike="noStrike">
                <a:solidFill>
                  <a:srgbClr val="3A1953"/>
                </a:solidFill>
                <a:latin typeface="Calibri"/>
                <a:ea typeface="Calibri"/>
                <a:cs typeface="Calibri"/>
                <a:sym typeface="Calibri"/>
              </a:rPr>
              <a:t>K. N. N. C. De Silva, D. S. K. Jayawickrama, W. G. K. M. Weerasingha, D. L. C. P. Liyanage</a:t>
            </a:r>
            <a:endParaRPr sz="1100"/>
          </a:p>
        </p:txBody>
      </p:sp>
      <p:sp>
        <p:nvSpPr>
          <p:cNvPr id="132" name="Google Shape;132;p32"/>
          <p:cNvSpPr txBox="1"/>
          <p:nvPr/>
        </p:nvSpPr>
        <p:spPr>
          <a:xfrm>
            <a:off x="4094823" y="3453792"/>
            <a:ext cx="4521000" cy="5001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3A1953"/>
              </a:buClr>
              <a:buSzPts val="1400"/>
              <a:buFont typeface="Calibri"/>
              <a:buNone/>
            </a:pPr>
            <a:r>
              <a:rPr b="0" i="0" lang="en-GB" sz="1400" u="none" cap="none" strike="noStrike">
                <a:solidFill>
                  <a:srgbClr val="3A1953"/>
                </a:solidFill>
                <a:latin typeface="Calibri"/>
                <a:ea typeface="Calibri"/>
                <a:cs typeface="Calibri"/>
                <a:sym typeface="Calibri"/>
              </a:rPr>
              <a:t>Department of Information and Communication Technology, Faculty of Technology, University of Sri </a:t>
            </a:r>
            <a:r>
              <a:rPr lang="en-GB">
                <a:solidFill>
                  <a:srgbClr val="3A1953"/>
                </a:solidFill>
                <a:latin typeface="Calibri"/>
                <a:ea typeface="Calibri"/>
                <a:cs typeface="Calibri"/>
                <a:sym typeface="Calibri"/>
              </a:rPr>
              <a:t>Jayewardenepura</a:t>
            </a:r>
            <a:endParaRPr sz="1100"/>
          </a:p>
        </p:txBody>
      </p:sp>
      <p:sp>
        <p:nvSpPr>
          <p:cNvPr id="133" name="Google Shape;133;p32"/>
          <p:cNvSpPr txBox="1"/>
          <p:nvPr/>
        </p:nvSpPr>
        <p:spPr>
          <a:xfrm>
            <a:off x="4094831" y="4286156"/>
            <a:ext cx="3858600" cy="2847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3A1953"/>
              </a:buClr>
              <a:buSzPts val="1400"/>
              <a:buFont typeface="Calibri"/>
              <a:buNone/>
            </a:pPr>
            <a:r>
              <a:rPr b="0" i="0" lang="en-GB" sz="1400" u="none" cap="none" strike="noStrike">
                <a:solidFill>
                  <a:srgbClr val="3A1953"/>
                </a:solidFill>
                <a:latin typeface="Calibri"/>
                <a:ea typeface="Calibri"/>
                <a:cs typeface="Calibri"/>
                <a:sym typeface="Calibri"/>
              </a:rPr>
              <a:t>Presenting Author :  K. N. N. C. De Silva</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3"/>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Introduction and Background</a:t>
            </a:r>
            <a:endParaRPr/>
          </a:p>
        </p:txBody>
      </p:sp>
      <p:sp>
        <p:nvSpPr>
          <p:cNvPr id="139" name="Google Shape;139;p33"/>
          <p:cNvSpPr txBox="1"/>
          <p:nvPr>
            <p:ph idx="1" type="body"/>
          </p:nvPr>
        </p:nvSpPr>
        <p:spPr>
          <a:xfrm>
            <a:off x="628650" y="1548579"/>
            <a:ext cx="7886700" cy="2905434"/>
          </a:xfrm>
          <a:prstGeom prst="rect">
            <a:avLst/>
          </a:prstGeom>
          <a:noFill/>
          <a:ln>
            <a:noFill/>
          </a:ln>
        </p:spPr>
        <p:txBody>
          <a:bodyPr anchorCtr="0" anchor="t" bIns="34275" lIns="34275" spcFirstLastPara="1" rIns="34275" wrap="square" tIns="34275">
            <a:normAutofit/>
          </a:bodyPr>
          <a:lstStyle/>
          <a:p>
            <a:pPr indent="-203200" lvl="0" marL="177800" rtl="0" algn="l">
              <a:lnSpc>
                <a:spcPct val="90000"/>
              </a:lnSpc>
              <a:spcBef>
                <a:spcPts val="0"/>
              </a:spcBef>
              <a:spcAft>
                <a:spcPts val="0"/>
              </a:spcAft>
              <a:buClr>
                <a:srgbClr val="000000"/>
              </a:buClr>
              <a:buSzPts val="1400"/>
              <a:buChar char="●"/>
            </a:pPr>
            <a:r>
              <a:rPr lang="en-GB" sz="1400"/>
              <a:t>Long-standing organisations such as regulatory agencies, healthcare institutions, and legal bodies rely on large collection of historical and operational documents.</a:t>
            </a:r>
            <a:endParaRPr sz="1400"/>
          </a:p>
          <a:p>
            <a:pPr indent="-203200" lvl="0" marL="177800" rtl="0" algn="l">
              <a:lnSpc>
                <a:spcPct val="90000"/>
              </a:lnSpc>
              <a:spcBef>
                <a:spcPts val="800"/>
              </a:spcBef>
              <a:spcAft>
                <a:spcPts val="0"/>
              </a:spcAft>
              <a:buClr>
                <a:srgbClr val="000000"/>
              </a:buClr>
              <a:buSzPts val="1400"/>
              <a:buChar char="●"/>
            </a:pPr>
            <a:r>
              <a:rPr lang="en-GB" sz="1400"/>
              <a:t>These documents encode institutional knowledge accumulated over years in the form of policies, protocols, and regulations. </a:t>
            </a:r>
            <a:endParaRPr sz="1400"/>
          </a:p>
          <a:p>
            <a:pPr indent="-203200" lvl="0" marL="177800" rtl="0" algn="l">
              <a:lnSpc>
                <a:spcPct val="90000"/>
              </a:lnSpc>
              <a:spcBef>
                <a:spcPts val="800"/>
              </a:spcBef>
              <a:spcAft>
                <a:spcPts val="0"/>
              </a:spcAft>
              <a:buClr>
                <a:srgbClr val="000000"/>
              </a:buClr>
              <a:buSzPts val="1400"/>
              <a:buChar char="●"/>
            </a:pPr>
            <a:r>
              <a:rPr lang="en-GB" sz="1400"/>
              <a:t>Accessing critical information from these archives typically relies on manual search, keywords matching, or expert knowledge.</a:t>
            </a:r>
            <a:endParaRPr sz="1400"/>
          </a:p>
          <a:p>
            <a:pPr indent="-203200" lvl="0" marL="177800" rtl="0" algn="l">
              <a:lnSpc>
                <a:spcPct val="90000"/>
              </a:lnSpc>
              <a:spcBef>
                <a:spcPts val="800"/>
              </a:spcBef>
              <a:spcAft>
                <a:spcPts val="0"/>
              </a:spcAft>
              <a:buClr>
                <a:srgbClr val="000000"/>
              </a:buClr>
              <a:buSzPts val="1400"/>
              <a:buChar char="●"/>
            </a:pPr>
            <a:r>
              <a:rPr lang="en-GB" sz="1400"/>
              <a:t>Traditional document retrieval system struggle to:</a:t>
            </a:r>
            <a:endParaRPr sz="1400"/>
          </a:p>
          <a:p>
            <a:pPr indent="-203200" lvl="1" marL="520700" rtl="0" algn="l">
              <a:lnSpc>
                <a:spcPct val="90000"/>
              </a:lnSpc>
              <a:spcBef>
                <a:spcPts val="800"/>
              </a:spcBef>
              <a:spcAft>
                <a:spcPts val="0"/>
              </a:spcAft>
              <a:buClr>
                <a:srgbClr val="000000"/>
              </a:buClr>
              <a:buSzPts val="1400"/>
              <a:buChar char="○"/>
            </a:pPr>
            <a:r>
              <a:rPr lang="en-GB" sz="1400"/>
              <a:t>Understand domain specific terminology</a:t>
            </a:r>
            <a:endParaRPr sz="1400"/>
          </a:p>
          <a:p>
            <a:pPr indent="-203200" lvl="1" marL="520700" rtl="0" algn="l">
              <a:lnSpc>
                <a:spcPct val="90000"/>
              </a:lnSpc>
              <a:spcBef>
                <a:spcPts val="800"/>
              </a:spcBef>
              <a:spcAft>
                <a:spcPts val="0"/>
              </a:spcAft>
              <a:buClr>
                <a:srgbClr val="000000"/>
              </a:buClr>
              <a:buSzPts val="1400"/>
              <a:buChar char="○"/>
            </a:pPr>
            <a:r>
              <a:rPr lang="en-GB" sz="1400"/>
              <a:t>Provide context-aware answers</a:t>
            </a:r>
            <a:endParaRPr sz="1400"/>
          </a:p>
          <a:p>
            <a:pPr indent="-203200" lvl="1" marL="520700" rtl="0" algn="l">
              <a:lnSpc>
                <a:spcPct val="90000"/>
              </a:lnSpc>
              <a:spcBef>
                <a:spcPts val="800"/>
              </a:spcBef>
              <a:spcAft>
                <a:spcPts val="0"/>
              </a:spcAft>
              <a:buClr>
                <a:srgbClr val="000000"/>
              </a:buClr>
              <a:buSzPts val="1400"/>
              <a:buChar char="○"/>
            </a:pPr>
            <a:r>
              <a:rPr lang="en-GB" sz="1400"/>
              <a:t>Support natural language querying</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4"/>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Introduction and Background (Cont.)</a:t>
            </a:r>
            <a:endParaRPr/>
          </a:p>
        </p:txBody>
      </p:sp>
      <p:sp>
        <p:nvSpPr>
          <p:cNvPr id="145" name="Google Shape;145;p34"/>
          <p:cNvSpPr txBox="1"/>
          <p:nvPr>
            <p:ph idx="1" type="body"/>
          </p:nvPr>
        </p:nvSpPr>
        <p:spPr>
          <a:xfrm>
            <a:off x="628650" y="1273192"/>
            <a:ext cx="7886700" cy="2614200"/>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None/>
            </a:pPr>
            <a:r>
              <a:t/>
            </a:r>
            <a:endParaRPr sz="1400"/>
          </a:p>
          <a:p>
            <a:pPr indent="-165100" lvl="0" marL="177800" rtl="0" algn="l">
              <a:lnSpc>
                <a:spcPct val="90000"/>
              </a:lnSpc>
              <a:spcBef>
                <a:spcPts val="800"/>
              </a:spcBef>
              <a:spcAft>
                <a:spcPts val="0"/>
              </a:spcAft>
              <a:buClr>
                <a:srgbClr val="000000"/>
              </a:buClr>
              <a:buSzPts val="1400"/>
              <a:buChar char="●"/>
            </a:pPr>
            <a:r>
              <a:rPr lang="en-GB" sz="1400"/>
              <a:t>Proposed Framework : Intelligent, reliable, and explainable system that enables users to query structured, domain-specific documents using natural language while preserving institutional knowledge.</a:t>
            </a:r>
            <a:endParaRPr sz="1400"/>
          </a:p>
          <a:p>
            <a:pPr indent="0" lvl="0" marL="177800" rtl="0" algn="l">
              <a:lnSpc>
                <a:spcPct val="90000"/>
              </a:lnSpc>
              <a:spcBef>
                <a:spcPts val="800"/>
              </a:spcBef>
              <a:spcAft>
                <a:spcPts val="0"/>
              </a:spcAft>
              <a:buNone/>
            </a:pPr>
            <a:r>
              <a:t/>
            </a:r>
            <a:endParaRPr sz="1400"/>
          </a:p>
          <a:p>
            <a:pPr indent="-177800" lvl="0" marL="177800" rtl="0" algn="l">
              <a:spcBef>
                <a:spcPts val="0"/>
              </a:spcBef>
              <a:spcAft>
                <a:spcPts val="0"/>
              </a:spcAft>
              <a:buSzPts val="1400"/>
              <a:buChar char="●"/>
            </a:pPr>
            <a:r>
              <a:rPr lang="en-GB" sz="1400">
                <a:solidFill>
                  <a:schemeClr val="dk1"/>
                </a:solidFill>
              </a:rPr>
              <a:t>To support accurate, context-aware question answering, semantic interpretation of domain terminology must be integrated into retrieval and generation workflows.</a:t>
            </a:r>
            <a:endParaRPr sz="1400"/>
          </a:p>
          <a:p>
            <a:pPr indent="-165100" lvl="1" marL="520700" rtl="0" algn="l">
              <a:lnSpc>
                <a:spcPct val="90000"/>
              </a:lnSpc>
              <a:spcBef>
                <a:spcPts val="800"/>
              </a:spcBef>
              <a:spcAft>
                <a:spcPts val="0"/>
              </a:spcAft>
              <a:buClr>
                <a:srgbClr val="000000"/>
              </a:buClr>
              <a:buSzPts val="1400"/>
              <a:buChar char="○"/>
            </a:pPr>
            <a:r>
              <a:rPr lang="en-GB" sz="1400"/>
              <a:t>Graph-RAG Model</a:t>
            </a:r>
            <a:endParaRPr sz="1400"/>
          </a:p>
          <a:p>
            <a:pPr indent="-165100" lvl="1" marL="520700" rtl="0" algn="l">
              <a:lnSpc>
                <a:spcPct val="90000"/>
              </a:lnSpc>
              <a:spcBef>
                <a:spcPts val="800"/>
              </a:spcBef>
              <a:spcAft>
                <a:spcPts val="0"/>
              </a:spcAft>
              <a:buClr>
                <a:srgbClr val="000000"/>
              </a:buClr>
              <a:buSzPts val="1400"/>
              <a:buChar char="○"/>
            </a:pPr>
            <a:r>
              <a:rPr lang="en-GB" sz="1400"/>
              <a:t>Domain-Specific Glossary</a:t>
            </a:r>
            <a:endParaRPr sz="1400"/>
          </a:p>
          <a:p>
            <a:pPr indent="-165100" lvl="1" marL="520700" rtl="0" algn="l">
              <a:lnSpc>
                <a:spcPct val="90000"/>
              </a:lnSpc>
              <a:spcBef>
                <a:spcPts val="800"/>
              </a:spcBef>
              <a:spcAft>
                <a:spcPts val="0"/>
              </a:spcAft>
              <a:buClr>
                <a:srgbClr val="000000"/>
              </a:buClr>
              <a:buSzPts val="1400"/>
              <a:buChar char="○"/>
            </a:pPr>
            <a:r>
              <a:rPr lang="en-GB" sz="1400"/>
              <a:t>Web-based Portal</a:t>
            </a:r>
            <a:endParaRPr sz="1400"/>
          </a:p>
          <a:p>
            <a:pPr indent="-165100" lvl="1" marL="520700" rtl="0" algn="l">
              <a:lnSpc>
                <a:spcPct val="90000"/>
              </a:lnSpc>
              <a:spcBef>
                <a:spcPts val="800"/>
              </a:spcBef>
              <a:spcAft>
                <a:spcPts val="0"/>
              </a:spcAft>
              <a:buClr>
                <a:srgbClr val="000000"/>
              </a:buClr>
              <a:buSzPts val="1400"/>
              <a:buChar char="○"/>
            </a:pPr>
            <a:r>
              <a:rPr lang="en-GB" sz="1400"/>
              <a:t>AI-Powered Query System</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5"/>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Research Problem</a:t>
            </a:r>
            <a:endParaRPr/>
          </a:p>
        </p:txBody>
      </p:sp>
      <p:sp>
        <p:nvSpPr>
          <p:cNvPr id="151" name="Google Shape;151;p35"/>
          <p:cNvSpPr txBox="1"/>
          <p:nvPr/>
        </p:nvSpPr>
        <p:spPr>
          <a:xfrm>
            <a:off x="1641355" y="3522025"/>
            <a:ext cx="6122400" cy="911100"/>
          </a:xfrm>
          <a:prstGeom prst="rect">
            <a:avLst/>
          </a:prstGeom>
          <a:solidFill>
            <a:srgbClr val="D9EAD3"/>
          </a:solidFill>
          <a:ln>
            <a:noFill/>
          </a:ln>
        </p:spPr>
        <p:txBody>
          <a:bodyPr anchorCtr="0" anchor="t" bIns="34275" lIns="34275" spcFirstLastPara="1" rIns="34275" wrap="square" tIns="34275">
            <a:noAutofit/>
          </a:bodyPr>
          <a:lstStyle/>
          <a:p>
            <a:pPr indent="0" lvl="0" marL="0" marR="0" rtl="0" algn="ctr">
              <a:lnSpc>
                <a:spcPct val="90000"/>
              </a:lnSpc>
              <a:spcBef>
                <a:spcPts val="400"/>
              </a:spcBef>
              <a:spcAft>
                <a:spcPts val="0"/>
              </a:spcAft>
              <a:buNone/>
            </a:pPr>
            <a:r>
              <a:rPr b="1" i="0" lang="en-GB" u="sng" cap="none" strike="noStrike">
                <a:solidFill>
                  <a:srgbClr val="000000"/>
                </a:solidFill>
                <a:latin typeface="Calibri"/>
                <a:ea typeface="Calibri"/>
                <a:cs typeface="Calibri"/>
                <a:sym typeface="Calibri"/>
              </a:rPr>
              <a:t>Core Research Problem:</a:t>
            </a:r>
            <a:endParaRPr u="sng"/>
          </a:p>
          <a:p>
            <a:pPr indent="-114300" lvl="1" marL="304800" marR="0" rtl="0" algn="l">
              <a:lnSpc>
                <a:spcPct val="90000"/>
              </a:lnSpc>
              <a:spcBef>
                <a:spcPts val="400"/>
              </a:spcBef>
              <a:spcAft>
                <a:spcPts val="0"/>
              </a:spcAft>
              <a:buClr>
                <a:srgbClr val="000000"/>
              </a:buClr>
              <a:buSzPts val="1400"/>
              <a:buFont typeface="Arial"/>
              <a:buChar char="•"/>
            </a:pPr>
            <a:r>
              <a:rPr b="0" i="0" lang="en-GB" u="none" cap="none" strike="noStrike">
                <a:solidFill>
                  <a:srgbClr val="000000"/>
                </a:solidFill>
                <a:latin typeface="Calibri"/>
                <a:ea typeface="Calibri"/>
                <a:cs typeface="Calibri"/>
                <a:sym typeface="Calibri"/>
              </a:rPr>
              <a:t>How can Knowledge Graph-based Retrieval Augmented Generation (KG-RAG) system accurately interpret domain-specific terminology and deliver reliable, context-aware answers from institutional documents?</a:t>
            </a:r>
            <a:endParaRPr/>
          </a:p>
        </p:txBody>
      </p:sp>
      <p:sp>
        <p:nvSpPr>
          <p:cNvPr id="152" name="Google Shape;152;p35"/>
          <p:cNvSpPr txBox="1"/>
          <p:nvPr/>
        </p:nvSpPr>
        <p:spPr>
          <a:xfrm>
            <a:off x="682725" y="1353925"/>
            <a:ext cx="3944100" cy="20931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GB">
                <a:solidFill>
                  <a:schemeClr val="dk1"/>
                </a:solidFill>
                <a:latin typeface="Calibri"/>
                <a:ea typeface="Calibri"/>
                <a:cs typeface="Calibri"/>
                <a:sym typeface="Calibri"/>
              </a:rPr>
              <a:t>Practical challenges in Institutional Knowledge Retrieval</a:t>
            </a:r>
            <a:endParaRPr>
              <a:solidFill>
                <a:schemeClr val="dk1"/>
              </a:solidFill>
              <a:latin typeface="Calibri"/>
              <a:ea typeface="Calibri"/>
              <a:cs typeface="Calibri"/>
              <a:sym typeface="Calibri"/>
            </a:endParaRPr>
          </a:p>
          <a:p>
            <a:pPr indent="-317500" lvl="0" marL="457200" rtl="0" algn="l">
              <a:lnSpc>
                <a:spcPct val="90000"/>
              </a:lnSpc>
              <a:spcBef>
                <a:spcPts val="400"/>
              </a:spcBef>
              <a:spcAft>
                <a:spcPts val="0"/>
              </a:spcAft>
              <a:buClr>
                <a:schemeClr val="dk1"/>
              </a:buClr>
              <a:buSzPts val="1400"/>
              <a:buFont typeface="Calibri"/>
              <a:buChar char="●"/>
            </a:pPr>
            <a:r>
              <a:rPr lang="en-GB">
                <a:solidFill>
                  <a:schemeClr val="dk1"/>
                </a:solidFill>
                <a:latin typeface="Calibri"/>
                <a:ea typeface="Calibri"/>
                <a:cs typeface="Calibri"/>
                <a:sym typeface="Calibri"/>
              </a:rPr>
              <a:t>Critical organisational knowledge is embedded in long, domain-specific documents. (e.g., regulations, clinical protocols, legal records)</a:t>
            </a:r>
            <a:endParaRPr>
              <a:solidFill>
                <a:schemeClr val="dk1"/>
              </a:solidFill>
              <a:latin typeface="Calibri"/>
              <a:ea typeface="Calibri"/>
              <a:cs typeface="Calibri"/>
              <a:sym typeface="Calibri"/>
            </a:endParaRPr>
          </a:p>
          <a:p>
            <a:pPr indent="-317500" lvl="0" marL="457200" rtl="0" algn="l">
              <a:lnSpc>
                <a:spcPct val="9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Documents contains:</a:t>
            </a:r>
            <a:endParaRPr>
              <a:solidFill>
                <a:schemeClr val="dk1"/>
              </a:solidFill>
              <a:latin typeface="Calibri"/>
              <a:ea typeface="Calibri"/>
              <a:cs typeface="Calibri"/>
              <a:sym typeface="Calibri"/>
            </a:endParaRPr>
          </a:p>
          <a:p>
            <a:pPr indent="-311150" lvl="1" marL="1371600" rtl="0" algn="l">
              <a:lnSpc>
                <a:spcPct val="90000"/>
              </a:lnSpc>
              <a:spcBef>
                <a:spcPts val="0"/>
              </a:spcBef>
              <a:spcAft>
                <a:spcPts val="0"/>
              </a:spcAft>
              <a:buClr>
                <a:schemeClr val="dk1"/>
              </a:buClr>
              <a:buSzPts val="1300"/>
              <a:buFont typeface="Calibri"/>
              <a:buChar char="○"/>
            </a:pPr>
            <a:r>
              <a:rPr lang="en-GB" sz="1300">
                <a:solidFill>
                  <a:schemeClr val="dk1"/>
                </a:solidFill>
                <a:latin typeface="Calibri"/>
                <a:ea typeface="Calibri"/>
                <a:cs typeface="Calibri"/>
                <a:sym typeface="Calibri"/>
              </a:rPr>
              <a:t>Ambiguous terminology</a:t>
            </a:r>
            <a:endParaRPr sz="1300">
              <a:solidFill>
                <a:schemeClr val="dk1"/>
              </a:solidFill>
              <a:latin typeface="Calibri"/>
              <a:ea typeface="Calibri"/>
              <a:cs typeface="Calibri"/>
              <a:sym typeface="Calibri"/>
            </a:endParaRPr>
          </a:p>
          <a:p>
            <a:pPr indent="-311150" lvl="1" marL="1371600" rtl="0" algn="l">
              <a:lnSpc>
                <a:spcPct val="90000"/>
              </a:lnSpc>
              <a:spcBef>
                <a:spcPts val="0"/>
              </a:spcBef>
              <a:spcAft>
                <a:spcPts val="0"/>
              </a:spcAft>
              <a:buClr>
                <a:schemeClr val="dk1"/>
              </a:buClr>
              <a:buSzPts val="1300"/>
              <a:buFont typeface="Calibri"/>
              <a:buChar char="○"/>
            </a:pPr>
            <a:r>
              <a:rPr lang="en-GB" sz="1300">
                <a:solidFill>
                  <a:schemeClr val="dk1"/>
                </a:solidFill>
                <a:latin typeface="Calibri"/>
                <a:ea typeface="Calibri"/>
                <a:cs typeface="Calibri"/>
                <a:sym typeface="Calibri"/>
              </a:rPr>
              <a:t>Abbreviations</a:t>
            </a:r>
            <a:endParaRPr sz="1300">
              <a:solidFill>
                <a:schemeClr val="dk1"/>
              </a:solidFill>
              <a:latin typeface="Calibri"/>
              <a:ea typeface="Calibri"/>
              <a:cs typeface="Calibri"/>
              <a:sym typeface="Calibri"/>
            </a:endParaRPr>
          </a:p>
          <a:p>
            <a:pPr indent="-311150" lvl="1" marL="1371600" rtl="0" algn="l">
              <a:lnSpc>
                <a:spcPct val="90000"/>
              </a:lnSpc>
              <a:spcBef>
                <a:spcPts val="0"/>
              </a:spcBef>
              <a:spcAft>
                <a:spcPts val="0"/>
              </a:spcAft>
              <a:buClr>
                <a:schemeClr val="dk1"/>
              </a:buClr>
              <a:buSzPts val="1300"/>
              <a:buFont typeface="Calibri"/>
              <a:buChar char="○"/>
            </a:pPr>
            <a:r>
              <a:rPr lang="en-GB" sz="1300">
                <a:solidFill>
                  <a:schemeClr val="dk1"/>
                </a:solidFill>
                <a:latin typeface="Calibri"/>
                <a:ea typeface="Calibri"/>
                <a:cs typeface="Calibri"/>
                <a:sym typeface="Calibri"/>
              </a:rPr>
              <a:t>Evolving definitions</a:t>
            </a:r>
            <a:endParaRPr sz="1300">
              <a:solidFill>
                <a:schemeClr val="dk1"/>
              </a:solidFill>
              <a:latin typeface="Calibri"/>
              <a:ea typeface="Calibri"/>
              <a:cs typeface="Calibri"/>
              <a:sym typeface="Calibri"/>
            </a:endParaRPr>
          </a:p>
          <a:p>
            <a:pPr indent="0" lvl="0" marL="546100" rtl="0" algn="l">
              <a:lnSpc>
                <a:spcPct val="90000"/>
              </a:lnSpc>
              <a:spcBef>
                <a:spcPts val="40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2100">
              <a:latin typeface="Calibri"/>
              <a:ea typeface="Calibri"/>
              <a:cs typeface="Calibri"/>
              <a:sym typeface="Calibri"/>
            </a:endParaRPr>
          </a:p>
        </p:txBody>
      </p:sp>
      <p:sp>
        <p:nvSpPr>
          <p:cNvPr id="153" name="Google Shape;153;p35"/>
          <p:cNvSpPr txBox="1"/>
          <p:nvPr/>
        </p:nvSpPr>
        <p:spPr>
          <a:xfrm>
            <a:off x="4754100" y="1340624"/>
            <a:ext cx="3944100" cy="20931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GB">
                <a:solidFill>
                  <a:schemeClr val="dk1"/>
                </a:solidFill>
                <a:latin typeface="Calibri"/>
                <a:ea typeface="Calibri"/>
                <a:cs typeface="Calibri"/>
                <a:sym typeface="Calibri"/>
              </a:rPr>
              <a:t>Limitations in Existing Traditional Document Search and Standard RAG systems</a:t>
            </a:r>
            <a:endParaRPr>
              <a:solidFill>
                <a:schemeClr val="dk1"/>
              </a:solidFill>
            </a:endParaRPr>
          </a:p>
          <a:p>
            <a:pPr indent="-317500" lvl="0" marL="457200" rtl="0" algn="l">
              <a:lnSpc>
                <a:spcPct val="90000"/>
              </a:lnSpc>
              <a:spcBef>
                <a:spcPts val="400"/>
              </a:spcBef>
              <a:spcAft>
                <a:spcPts val="0"/>
              </a:spcAft>
              <a:buClr>
                <a:schemeClr val="dk1"/>
              </a:buClr>
              <a:buSzPts val="1400"/>
              <a:buFont typeface="Calibri"/>
              <a:buChar char="●"/>
            </a:pPr>
            <a:r>
              <a:rPr lang="en-GB">
                <a:solidFill>
                  <a:schemeClr val="dk1"/>
                </a:solidFill>
                <a:latin typeface="Calibri"/>
                <a:ea typeface="Calibri"/>
                <a:cs typeface="Calibri"/>
                <a:sym typeface="Calibri"/>
              </a:rPr>
              <a:t>Retrieve large but semantically misaligned contexts.</a:t>
            </a:r>
            <a:endParaRPr>
              <a:solidFill>
                <a:schemeClr val="dk1"/>
              </a:solidFill>
            </a:endParaRPr>
          </a:p>
          <a:p>
            <a:pPr indent="-317500" lvl="0" marL="457200" rtl="0" algn="l">
              <a:lnSpc>
                <a:spcPct val="9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Fail to disambiguate specialised terms</a:t>
            </a:r>
            <a:endParaRPr>
              <a:solidFill>
                <a:schemeClr val="dk1"/>
              </a:solidFill>
            </a:endParaRPr>
          </a:p>
          <a:p>
            <a:pPr indent="-317500" lvl="0" marL="457200" rtl="0" algn="l">
              <a:lnSpc>
                <a:spcPct val="9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Produced irrelevant or unfaithful answers, or avoid answering altogether.</a:t>
            </a:r>
            <a:endParaRPr>
              <a:solidFill>
                <a:schemeClr val="dk1"/>
              </a:solidFill>
              <a:latin typeface="Calibri"/>
              <a:ea typeface="Calibri"/>
              <a:cs typeface="Calibri"/>
              <a:sym typeface="Calibri"/>
            </a:endParaRPr>
          </a:p>
          <a:p>
            <a:pPr indent="0" lvl="0" marL="0" rtl="0" algn="l">
              <a:lnSpc>
                <a:spcPct val="90000"/>
              </a:lnSpc>
              <a:spcBef>
                <a:spcPts val="40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6"/>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Literature Review</a:t>
            </a:r>
            <a:endParaRPr/>
          </a:p>
        </p:txBody>
      </p:sp>
      <p:sp>
        <p:nvSpPr>
          <p:cNvPr id="159" name="Google Shape;159;p36"/>
          <p:cNvSpPr txBox="1"/>
          <p:nvPr/>
        </p:nvSpPr>
        <p:spPr>
          <a:xfrm>
            <a:off x="4753700" y="1467475"/>
            <a:ext cx="4144200" cy="1315500"/>
          </a:xfrm>
          <a:prstGeom prst="rect">
            <a:avLst/>
          </a:prstGeom>
          <a:solidFill>
            <a:srgbClr val="D9D2E9"/>
          </a:solidFill>
          <a:ln>
            <a:noFill/>
          </a:ln>
        </p:spPr>
        <p:txBody>
          <a:bodyPr anchorCtr="0" anchor="t" bIns="34275" lIns="34275" spcFirstLastPara="1" rIns="34275" wrap="square" tIns="34275">
            <a:normAutofit/>
          </a:bodyPr>
          <a:lstStyle/>
          <a:p>
            <a:pPr indent="0" lvl="0" marL="0" marR="0" rtl="0" algn="l">
              <a:lnSpc>
                <a:spcPct val="90000"/>
              </a:lnSpc>
              <a:spcBef>
                <a:spcPts val="0"/>
              </a:spcBef>
              <a:spcAft>
                <a:spcPts val="0"/>
              </a:spcAft>
              <a:buNone/>
            </a:pPr>
            <a:r>
              <a:rPr b="0" i="0" lang="en-GB" sz="1600" u="none" cap="none" strike="noStrike">
                <a:solidFill>
                  <a:srgbClr val="000000"/>
                </a:solidFill>
                <a:latin typeface="Calibri"/>
                <a:ea typeface="Calibri"/>
                <a:cs typeface="Calibri"/>
                <a:sym typeface="Calibri"/>
              </a:rPr>
              <a:t>Identified Gap</a:t>
            </a:r>
            <a:endParaRPr sz="1200"/>
          </a:p>
          <a:p>
            <a:pPr indent="-323850" lvl="0" marL="457200" marR="0" rtl="0" algn="l">
              <a:lnSpc>
                <a:spcPct val="90000"/>
              </a:lnSpc>
              <a:spcBef>
                <a:spcPts val="500"/>
              </a:spcBef>
              <a:spcAft>
                <a:spcPts val="0"/>
              </a:spcAft>
              <a:buClr>
                <a:srgbClr val="000000"/>
              </a:buClr>
              <a:buSzPts val="1500"/>
              <a:buFont typeface="Calibri"/>
              <a:buChar char="●"/>
            </a:pPr>
            <a:r>
              <a:rPr b="0" i="0" lang="en-GB" sz="1500" u="none" cap="none" strike="noStrike">
                <a:solidFill>
                  <a:srgbClr val="000000"/>
                </a:solidFill>
                <a:latin typeface="Calibri"/>
                <a:ea typeface="Calibri"/>
                <a:cs typeface="Calibri"/>
                <a:sym typeface="Calibri"/>
              </a:rPr>
              <a:t>Existing approaches assume general-purpose terminology and, lack dynamic mechanism to resolve domain-specific vocabulary ambiguity in institutional documents.</a:t>
            </a:r>
            <a:endParaRPr sz="1100"/>
          </a:p>
        </p:txBody>
      </p:sp>
      <p:sp>
        <p:nvSpPr>
          <p:cNvPr id="160" name="Google Shape;160;p36"/>
          <p:cNvSpPr txBox="1"/>
          <p:nvPr/>
        </p:nvSpPr>
        <p:spPr>
          <a:xfrm>
            <a:off x="4753700" y="2908782"/>
            <a:ext cx="4144200" cy="1217700"/>
          </a:xfrm>
          <a:prstGeom prst="rect">
            <a:avLst/>
          </a:prstGeom>
          <a:solidFill>
            <a:srgbClr val="F3F3F3"/>
          </a:solidFill>
          <a:ln>
            <a:noFill/>
          </a:ln>
        </p:spPr>
        <p:txBody>
          <a:bodyPr anchorCtr="0" anchor="t" bIns="34275" lIns="34275" spcFirstLastPara="1" rIns="34275" wrap="square" tIns="34275">
            <a:normAutofit/>
          </a:bodyPr>
          <a:lstStyle/>
          <a:p>
            <a:pPr indent="0" lvl="0" marL="0" marR="0" rtl="0" algn="l">
              <a:lnSpc>
                <a:spcPct val="90000"/>
              </a:lnSpc>
              <a:spcBef>
                <a:spcPts val="0"/>
              </a:spcBef>
              <a:spcAft>
                <a:spcPts val="0"/>
              </a:spcAft>
              <a:buNone/>
            </a:pPr>
            <a:r>
              <a:rPr b="0" i="0" lang="en-GB" sz="1500" u="none" cap="none" strike="noStrike">
                <a:solidFill>
                  <a:srgbClr val="000000"/>
                </a:solidFill>
                <a:latin typeface="Calibri"/>
                <a:ea typeface="Calibri"/>
                <a:cs typeface="Calibri"/>
                <a:sym typeface="Calibri"/>
              </a:rPr>
              <a:t>Our Contribution</a:t>
            </a:r>
            <a:endParaRPr sz="1100"/>
          </a:p>
          <a:p>
            <a:pPr indent="-323850" lvl="0" marL="457200" marR="0" rtl="0" algn="l">
              <a:lnSpc>
                <a:spcPct val="90000"/>
              </a:lnSpc>
              <a:spcBef>
                <a:spcPts val="500"/>
              </a:spcBef>
              <a:spcAft>
                <a:spcPts val="0"/>
              </a:spcAft>
              <a:buClr>
                <a:srgbClr val="000000"/>
              </a:buClr>
              <a:buSzPts val="1500"/>
              <a:buFont typeface="Calibri"/>
              <a:buChar char="●"/>
            </a:pPr>
            <a:r>
              <a:rPr b="0" i="0" lang="en-GB" sz="1500" u="none" cap="none" strike="noStrike">
                <a:solidFill>
                  <a:srgbClr val="000000"/>
                </a:solidFill>
                <a:latin typeface="Calibri"/>
                <a:ea typeface="Calibri"/>
                <a:cs typeface="Calibri"/>
                <a:sym typeface="Calibri"/>
              </a:rPr>
              <a:t>Introduces a user-maintained  glossary with fuzzy semantic alignment integrated into the KG-RAG pipeline to enable terminology-aware retrieval and generation.</a:t>
            </a:r>
            <a:endParaRPr sz="1100"/>
          </a:p>
        </p:txBody>
      </p:sp>
      <p:sp>
        <p:nvSpPr>
          <p:cNvPr id="161" name="Google Shape;161;p36"/>
          <p:cNvSpPr txBox="1"/>
          <p:nvPr/>
        </p:nvSpPr>
        <p:spPr>
          <a:xfrm>
            <a:off x="544350" y="1467475"/>
            <a:ext cx="3970800" cy="2677200"/>
          </a:xfrm>
          <a:prstGeom prst="rect">
            <a:avLst/>
          </a:prstGeom>
          <a:solidFill>
            <a:srgbClr val="F3F3F3"/>
          </a:solid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lang="en-GB" sz="1600">
                <a:solidFill>
                  <a:schemeClr val="dk1"/>
                </a:solidFill>
                <a:latin typeface="Calibri"/>
                <a:ea typeface="Calibri"/>
                <a:cs typeface="Calibri"/>
                <a:sym typeface="Calibri"/>
              </a:rPr>
              <a:t>Literature Studies - Existing RAGs</a:t>
            </a:r>
            <a:endParaRPr sz="1900">
              <a:solidFill>
                <a:schemeClr val="dk1"/>
              </a:solidFill>
              <a:latin typeface="Calibri"/>
              <a:ea typeface="Calibri"/>
              <a:cs typeface="Calibri"/>
              <a:sym typeface="Calibri"/>
            </a:endParaRPr>
          </a:p>
          <a:p>
            <a:pPr indent="-323850" lvl="0" marL="457200" rtl="0" algn="l">
              <a:lnSpc>
                <a:spcPct val="90000"/>
              </a:lnSpc>
              <a:spcBef>
                <a:spcPts val="600"/>
              </a:spcBef>
              <a:spcAft>
                <a:spcPts val="0"/>
              </a:spcAft>
              <a:buClr>
                <a:schemeClr val="dk1"/>
              </a:buClr>
              <a:buSzPts val="1500"/>
              <a:buFont typeface="Calibri"/>
              <a:buChar char="●"/>
            </a:pPr>
            <a:r>
              <a:rPr lang="en-GB" sz="1500">
                <a:solidFill>
                  <a:schemeClr val="dk1"/>
                </a:solidFill>
                <a:latin typeface="Calibri"/>
                <a:ea typeface="Calibri"/>
                <a:cs typeface="Calibri"/>
                <a:sym typeface="Calibri"/>
              </a:rPr>
              <a:t>RAG models: reduces hallucinations through retrieval grounding [10].</a:t>
            </a:r>
            <a:endParaRPr sz="1500">
              <a:solidFill>
                <a:schemeClr val="dk1"/>
              </a:solidFill>
              <a:latin typeface="Calibri"/>
              <a:ea typeface="Calibri"/>
              <a:cs typeface="Calibri"/>
              <a:sym typeface="Calibri"/>
            </a:endParaRPr>
          </a:p>
          <a:p>
            <a:pPr indent="-323850" lvl="0" marL="457200" rtl="0" algn="l">
              <a:lnSpc>
                <a:spcPct val="90000"/>
              </a:lnSpc>
              <a:spcBef>
                <a:spcPts val="0"/>
              </a:spcBef>
              <a:spcAft>
                <a:spcPts val="0"/>
              </a:spcAft>
              <a:buClr>
                <a:schemeClr val="dk1"/>
              </a:buClr>
              <a:buSzPts val="1500"/>
              <a:buFont typeface="Calibri"/>
              <a:buChar char="●"/>
            </a:pPr>
            <a:r>
              <a:rPr lang="en-GB" sz="1500">
                <a:solidFill>
                  <a:schemeClr val="dk1"/>
                </a:solidFill>
                <a:latin typeface="Calibri"/>
                <a:ea typeface="Calibri"/>
                <a:cs typeface="Calibri"/>
                <a:sym typeface="Calibri"/>
              </a:rPr>
              <a:t>KG-RAG systems (GraphRAG, AutoRAG, AutoKG) enhances structured reasoning and graph-based retrieval [11], [15], [16].</a:t>
            </a:r>
            <a:endParaRPr sz="1500">
              <a:solidFill>
                <a:schemeClr val="dk1"/>
              </a:solidFill>
              <a:latin typeface="Calibri"/>
              <a:ea typeface="Calibri"/>
              <a:cs typeface="Calibri"/>
              <a:sym typeface="Calibri"/>
            </a:endParaRPr>
          </a:p>
          <a:p>
            <a:pPr indent="-323850" lvl="0" marL="457200" rtl="0" algn="l">
              <a:lnSpc>
                <a:spcPct val="90000"/>
              </a:lnSpc>
              <a:spcBef>
                <a:spcPts val="0"/>
              </a:spcBef>
              <a:spcAft>
                <a:spcPts val="0"/>
              </a:spcAft>
              <a:buClr>
                <a:schemeClr val="dk1"/>
              </a:buClr>
              <a:buSzPts val="1500"/>
              <a:buFont typeface="Calibri"/>
              <a:buChar char="●"/>
            </a:pPr>
            <a:r>
              <a:rPr lang="en-GB" sz="1500">
                <a:solidFill>
                  <a:schemeClr val="dk1"/>
                </a:solidFill>
                <a:latin typeface="Calibri"/>
                <a:ea typeface="Calibri"/>
                <a:cs typeface="Calibri"/>
                <a:sym typeface="Calibri"/>
              </a:rPr>
              <a:t>Hybrid vector-graph approaches: improve recall and multi-hop reasoning [7], [9].</a:t>
            </a:r>
            <a:endParaRPr sz="1500">
              <a:solidFill>
                <a:schemeClr val="dk1"/>
              </a:solidFill>
              <a:latin typeface="Calibri"/>
              <a:ea typeface="Calibri"/>
              <a:cs typeface="Calibri"/>
              <a:sym typeface="Calibri"/>
            </a:endParaRPr>
          </a:p>
          <a:p>
            <a:pPr indent="0" lvl="0" marL="546100" rtl="0" algn="l">
              <a:lnSpc>
                <a:spcPct val="90000"/>
              </a:lnSpc>
              <a:spcBef>
                <a:spcPts val="40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21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7"/>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Objectives and Outcomes</a:t>
            </a:r>
            <a:endParaRPr/>
          </a:p>
        </p:txBody>
      </p:sp>
      <p:sp>
        <p:nvSpPr>
          <p:cNvPr id="167" name="Google Shape;167;p37"/>
          <p:cNvSpPr txBox="1"/>
          <p:nvPr>
            <p:ph idx="1" type="body"/>
          </p:nvPr>
        </p:nvSpPr>
        <p:spPr>
          <a:xfrm>
            <a:off x="628650" y="1548575"/>
            <a:ext cx="3813600" cy="2793600"/>
          </a:xfrm>
          <a:prstGeom prst="rect">
            <a:avLst/>
          </a:prstGeom>
          <a:solidFill>
            <a:srgbClr val="F3F3F3"/>
          </a:solid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None/>
            </a:pPr>
            <a:r>
              <a:rPr lang="en-GB" sz="1600"/>
              <a:t>Main Objective</a:t>
            </a:r>
            <a:endParaRPr sz="2200"/>
          </a:p>
          <a:p>
            <a:pPr indent="-133350" lvl="1" marL="381000" rtl="0" algn="l">
              <a:lnSpc>
                <a:spcPct val="90000"/>
              </a:lnSpc>
              <a:spcBef>
                <a:spcPts val="500"/>
              </a:spcBef>
              <a:spcAft>
                <a:spcPts val="0"/>
              </a:spcAft>
              <a:buClr>
                <a:srgbClr val="000000"/>
              </a:buClr>
              <a:buSzPts val="1500"/>
              <a:buChar char="•"/>
            </a:pPr>
            <a:r>
              <a:rPr lang="en-GB" sz="1500"/>
              <a:t>Build a knowledge Graph-based Retrieval-Augmented Generation (RAG) system with an externally managed domain-specific glossary to enhance organisations’ ability to </a:t>
            </a:r>
            <a:r>
              <a:rPr b="1" lang="en-GB" sz="1500"/>
              <a:t>manage, retrieve</a:t>
            </a:r>
            <a:r>
              <a:rPr lang="en-GB" sz="1500"/>
              <a:t> and </a:t>
            </a:r>
            <a:r>
              <a:rPr b="1" lang="en-GB" sz="1500"/>
              <a:t>utilise</a:t>
            </a:r>
            <a:r>
              <a:rPr lang="en-GB" sz="1500"/>
              <a:t> historical documents.</a:t>
            </a:r>
            <a:endParaRPr sz="1500"/>
          </a:p>
          <a:p>
            <a:pPr indent="-133350" lvl="1" marL="381000" rtl="0" algn="l">
              <a:lnSpc>
                <a:spcPct val="90000"/>
              </a:lnSpc>
              <a:spcBef>
                <a:spcPts val="500"/>
              </a:spcBef>
              <a:spcAft>
                <a:spcPts val="0"/>
              </a:spcAft>
              <a:buClr>
                <a:srgbClr val="000000"/>
              </a:buClr>
              <a:buSzPts val="1500"/>
              <a:buChar char="•"/>
            </a:pPr>
            <a:r>
              <a:rPr lang="en-GB" sz="1500"/>
              <a:t>Support effective decision-making by delivering accurate and contextually relevant information based on institutional records and domain knowledge</a:t>
            </a:r>
            <a:endParaRPr sz="1500"/>
          </a:p>
          <a:p>
            <a:pPr indent="0" lvl="0" marL="0" rtl="0" algn="l">
              <a:spcBef>
                <a:spcPts val="500"/>
              </a:spcBef>
              <a:spcAft>
                <a:spcPts val="0"/>
              </a:spcAft>
              <a:buNone/>
            </a:pPr>
            <a:r>
              <a:t/>
            </a:r>
            <a:endParaRPr sz="1500"/>
          </a:p>
        </p:txBody>
      </p:sp>
      <p:sp>
        <p:nvSpPr>
          <p:cNvPr id="168" name="Google Shape;168;p37"/>
          <p:cNvSpPr txBox="1"/>
          <p:nvPr>
            <p:ph idx="1" type="body"/>
          </p:nvPr>
        </p:nvSpPr>
        <p:spPr>
          <a:xfrm>
            <a:off x="4759775" y="1560099"/>
            <a:ext cx="3813600" cy="2307900"/>
          </a:xfrm>
          <a:prstGeom prst="rect">
            <a:avLst/>
          </a:prstGeom>
          <a:solidFill>
            <a:srgbClr val="F3F3F3"/>
          </a:solidFill>
          <a:ln>
            <a:noFill/>
          </a:ln>
        </p:spPr>
        <p:txBody>
          <a:bodyPr anchorCtr="0" anchor="t" bIns="34275" lIns="34275" spcFirstLastPara="1" rIns="34275" wrap="square" tIns="34275">
            <a:normAutofit/>
          </a:bodyPr>
          <a:lstStyle/>
          <a:p>
            <a:pPr indent="0" lvl="0" marL="0" rtl="0" algn="l">
              <a:lnSpc>
                <a:spcPct val="90000"/>
              </a:lnSpc>
              <a:spcBef>
                <a:spcPts val="500"/>
              </a:spcBef>
              <a:spcAft>
                <a:spcPts val="0"/>
              </a:spcAft>
              <a:buNone/>
            </a:pPr>
            <a:r>
              <a:rPr lang="en-GB" sz="1600"/>
              <a:t>Outcomes</a:t>
            </a:r>
            <a:endParaRPr sz="1600"/>
          </a:p>
          <a:p>
            <a:pPr indent="-323850" lvl="0" marL="457200" rtl="0" algn="l">
              <a:lnSpc>
                <a:spcPct val="90000"/>
              </a:lnSpc>
              <a:spcBef>
                <a:spcPts val="500"/>
              </a:spcBef>
              <a:spcAft>
                <a:spcPts val="0"/>
              </a:spcAft>
              <a:buClr>
                <a:schemeClr val="dk1"/>
              </a:buClr>
              <a:buSzPts val="1500"/>
              <a:buChar char="•"/>
            </a:pPr>
            <a:r>
              <a:rPr lang="en-GB" sz="1500">
                <a:solidFill>
                  <a:schemeClr val="dk1"/>
                </a:solidFill>
              </a:rPr>
              <a:t>Knowledge Graph-based RAG for context retrieval</a:t>
            </a:r>
            <a:endParaRPr sz="1500">
              <a:solidFill>
                <a:schemeClr val="dk1"/>
              </a:solidFill>
              <a:latin typeface="Arial"/>
              <a:ea typeface="Arial"/>
              <a:cs typeface="Arial"/>
              <a:sym typeface="Arial"/>
            </a:endParaRPr>
          </a:p>
          <a:p>
            <a:pPr indent="-323850" lvl="0" marL="457200" rtl="0" algn="l">
              <a:spcBef>
                <a:spcPts val="0"/>
              </a:spcBef>
              <a:spcAft>
                <a:spcPts val="0"/>
              </a:spcAft>
              <a:buClr>
                <a:schemeClr val="dk1"/>
              </a:buClr>
              <a:buSzPts val="1500"/>
              <a:buChar char="•"/>
            </a:pPr>
            <a:r>
              <a:rPr lang="en-GB" sz="1500">
                <a:solidFill>
                  <a:schemeClr val="dk1"/>
                </a:solidFill>
              </a:rPr>
              <a:t>LLMs integration for context-aware responses</a:t>
            </a:r>
            <a:endParaRPr sz="1500">
              <a:solidFill>
                <a:schemeClr val="dk1"/>
              </a:solidFill>
              <a:latin typeface="Arial"/>
              <a:ea typeface="Arial"/>
              <a:cs typeface="Arial"/>
              <a:sym typeface="Arial"/>
            </a:endParaRPr>
          </a:p>
          <a:p>
            <a:pPr indent="-323850" lvl="0" marL="457200" rtl="0" algn="l">
              <a:spcBef>
                <a:spcPts val="0"/>
              </a:spcBef>
              <a:spcAft>
                <a:spcPts val="0"/>
              </a:spcAft>
              <a:buClr>
                <a:schemeClr val="dk1"/>
              </a:buClr>
              <a:buSzPts val="1500"/>
              <a:buChar char="•"/>
            </a:pPr>
            <a:r>
              <a:rPr lang="en-GB" sz="1500">
                <a:solidFill>
                  <a:schemeClr val="dk1"/>
                </a:solidFill>
              </a:rPr>
              <a:t>Domain-specific glossary</a:t>
            </a:r>
            <a:endParaRPr sz="1500">
              <a:solidFill>
                <a:schemeClr val="dk1"/>
              </a:solidFill>
              <a:latin typeface="Arial"/>
              <a:ea typeface="Arial"/>
              <a:cs typeface="Arial"/>
              <a:sym typeface="Arial"/>
            </a:endParaRPr>
          </a:p>
          <a:p>
            <a:pPr indent="-323850" lvl="0" marL="457200" rtl="0" algn="l">
              <a:spcBef>
                <a:spcPts val="0"/>
              </a:spcBef>
              <a:spcAft>
                <a:spcPts val="0"/>
              </a:spcAft>
              <a:buClr>
                <a:schemeClr val="dk1"/>
              </a:buClr>
              <a:buSzPts val="1500"/>
              <a:buChar char="•"/>
            </a:pPr>
            <a:r>
              <a:rPr lang="en-GB" sz="1500">
                <a:solidFill>
                  <a:schemeClr val="dk1"/>
                </a:solidFill>
              </a:rPr>
              <a:t>Web-based document management portal</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8"/>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Methodology</a:t>
            </a:r>
            <a:endParaRPr/>
          </a:p>
        </p:txBody>
      </p:sp>
      <p:sp>
        <p:nvSpPr>
          <p:cNvPr id="174" name="Google Shape;174;p38"/>
          <p:cNvSpPr/>
          <p:nvPr/>
        </p:nvSpPr>
        <p:spPr>
          <a:xfrm>
            <a:off x="555875" y="1584575"/>
            <a:ext cx="310200" cy="922500"/>
          </a:xfrm>
          <a:prstGeom prst="roundRect">
            <a:avLst>
              <a:gd fmla="val 16667" name="adj"/>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Calibri"/>
                <a:ea typeface="Calibri"/>
                <a:cs typeface="Calibri"/>
                <a:sym typeface="Calibri"/>
              </a:rPr>
              <a:t>1 </a:t>
            </a:r>
            <a:r>
              <a:rPr lang="en-GB">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
        <p:nvSpPr>
          <p:cNvPr id="175" name="Google Shape;175;p38"/>
          <p:cNvSpPr txBox="1"/>
          <p:nvPr/>
        </p:nvSpPr>
        <p:spPr>
          <a:xfrm>
            <a:off x="990200" y="1526915"/>
            <a:ext cx="2116500" cy="10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latin typeface="Calibri"/>
                <a:ea typeface="Calibri"/>
                <a:cs typeface="Calibri"/>
                <a:sym typeface="Calibri"/>
              </a:rPr>
              <a:t>Data Collection and Preprocessing</a:t>
            </a:r>
            <a:endParaRPr b="1" sz="1500">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Document management</a:t>
            </a:r>
            <a:endParaRPr>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Text Extraction</a:t>
            </a:r>
            <a:endParaRPr>
              <a:latin typeface="Calibri"/>
              <a:ea typeface="Calibri"/>
              <a:cs typeface="Calibri"/>
              <a:sym typeface="Calibri"/>
            </a:endParaRPr>
          </a:p>
        </p:txBody>
      </p:sp>
      <p:sp>
        <p:nvSpPr>
          <p:cNvPr id="176" name="Google Shape;176;p38"/>
          <p:cNvSpPr/>
          <p:nvPr/>
        </p:nvSpPr>
        <p:spPr>
          <a:xfrm>
            <a:off x="3265036" y="1596108"/>
            <a:ext cx="307800" cy="922500"/>
          </a:xfrm>
          <a:prstGeom prst="roundRect">
            <a:avLst>
              <a:gd fmla="val 16667" name="adj"/>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Calibri"/>
                <a:ea typeface="Calibri"/>
                <a:cs typeface="Calibri"/>
                <a:sym typeface="Calibri"/>
              </a:rPr>
              <a:t>2</a:t>
            </a:r>
            <a:r>
              <a:rPr lang="en-GB">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
        <p:nvSpPr>
          <p:cNvPr id="177" name="Google Shape;177;p38"/>
          <p:cNvSpPr txBox="1"/>
          <p:nvPr/>
        </p:nvSpPr>
        <p:spPr>
          <a:xfrm>
            <a:off x="3638172" y="1561505"/>
            <a:ext cx="2890200" cy="10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latin typeface="Calibri"/>
                <a:ea typeface="Calibri"/>
                <a:cs typeface="Calibri"/>
                <a:sym typeface="Calibri"/>
              </a:rPr>
              <a:t>Knowledge Graph Creation</a:t>
            </a:r>
            <a:endParaRPr b="1" sz="1500">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Knowledge Graph Construction</a:t>
            </a:r>
            <a:endParaRPr>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Automation</a:t>
            </a:r>
            <a:endParaRPr>
              <a:latin typeface="Calibri"/>
              <a:ea typeface="Calibri"/>
              <a:cs typeface="Calibri"/>
              <a:sym typeface="Calibri"/>
            </a:endParaRPr>
          </a:p>
        </p:txBody>
      </p:sp>
      <p:sp>
        <p:nvSpPr>
          <p:cNvPr id="178" name="Google Shape;178;p38"/>
          <p:cNvSpPr/>
          <p:nvPr/>
        </p:nvSpPr>
        <p:spPr>
          <a:xfrm>
            <a:off x="6086650" y="1584575"/>
            <a:ext cx="315600" cy="922500"/>
          </a:xfrm>
          <a:prstGeom prst="roundRect">
            <a:avLst>
              <a:gd fmla="val 16667" name="adj"/>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Calibri"/>
                <a:ea typeface="Calibri"/>
                <a:cs typeface="Calibri"/>
                <a:sym typeface="Calibri"/>
              </a:rPr>
              <a:t>3</a:t>
            </a:r>
            <a:r>
              <a:rPr lang="en-GB">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
        <p:nvSpPr>
          <p:cNvPr id="179" name="Google Shape;179;p38"/>
          <p:cNvSpPr txBox="1"/>
          <p:nvPr/>
        </p:nvSpPr>
        <p:spPr>
          <a:xfrm>
            <a:off x="6528475" y="1526928"/>
            <a:ext cx="2216100" cy="11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latin typeface="Calibri"/>
                <a:ea typeface="Calibri"/>
                <a:cs typeface="Calibri"/>
                <a:sym typeface="Calibri"/>
              </a:rPr>
              <a:t>Query Filtering and Sanitization</a:t>
            </a:r>
            <a:endParaRPr b="1" sz="1500">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Query sanitization</a:t>
            </a:r>
            <a:endParaRPr>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Block unsafe, out-of-domain queries</a:t>
            </a:r>
            <a:endParaRPr>
              <a:latin typeface="Calibri"/>
              <a:ea typeface="Calibri"/>
              <a:cs typeface="Calibri"/>
              <a:sym typeface="Calibri"/>
            </a:endParaRPr>
          </a:p>
        </p:txBody>
      </p:sp>
      <p:sp>
        <p:nvSpPr>
          <p:cNvPr id="180" name="Google Shape;180;p38"/>
          <p:cNvSpPr/>
          <p:nvPr/>
        </p:nvSpPr>
        <p:spPr>
          <a:xfrm>
            <a:off x="555875" y="3061525"/>
            <a:ext cx="288300" cy="922500"/>
          </a:xfrm>
          <a:prstGeom prst="roundRect">
            <a:avLst>
              <a:gd fmla="val 16667" name="adj"/>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Calibri"/>
                <a:ea typeface="Calibri"/>
                <a:cs typeface="Calibri"/>
                <a:sym typeface="Calibri"/>
              </a:rPr>
              <a:t>4</a:t>
            </a:r>
            <a:r>
              <a:rPr lang="en-GB">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
        <p:nvSpPr>
          <p:cNvPr id="181" name="Google Shape;181;p38"/>
          <p:cNvSpPr txBox="1"/>
          <p:nvPr/>
        </p:nvSpPr>
        <p:spPr>
          <a:xfrm>
            <a:off x="959500" y="2992339"/>
            <a:ext cx="2293800" cy="11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latin typeface="Calibri"/>
                <a:ea typeface="Calibri"/>
                <a:cs typeface="Calibri"/>
                <a:sym typeface="Calibri"/>
              </a:rPr>
              <a:t>Graph-based Context Retrieval</a:t>
            </a:r>
            <a:endParaRPr b="1" sz="1500">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Context retrieval by graph traversal</a:t>
            </a:r>
            <a:endParaRPr>
              <a:latin typeface="Calibri"/>
              <a:ea typeface="Calibri"/>
              <a:cs typeface="Calibri"/>
              <a:sym typeface="Calibri"/>
            </a:endParaRPr>
          </a:p>
          <a:p>
            <a:pPr indent="0" lvl="0" marL="0" rtl="0" algn="l">
              <a:spcBef>
                <a:spcPts val="0"/>
              </a:spcBef>
              <a:spcAft>
                <a:spcPts val="0"/>
              </a:spcAft>
              <a:buNone/>
            </a:pPr>
            <a:r>
              <a:t/>
            </a:r>
            <a:endParaRPr sz="1500">
              <a:latin typeface="Calibri"/>
              <a:ea typeface="Calibri"/>
              <a:cs typeface="Calibri"/>
              <a:sym typeface="Calibri"/>
            </a:endParaRPr>
          </a:p>
        </p:txBody>
      </p:sp>
      <p:sp>
        <p:nvSpPr>
          <p:cNvPr id="182" name="Google Shape;182;p38"/>
          <p:cNvSpPr/>
          <p:nvPr/>
        </p:nvSpPr>
        <p:spPr>
          <a:xfrm>
            <a:off x="3265035" y="3050028"/>
            <a:ext cx="288300" cy="922500"/>
          </a:xfrm>
          <a:prstGeom prst="roundRect">
            <a:avLst>
              <a:gd fmla="val 16667" name="adj"/>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Calibri"/>
                <a:ea typeface="Calibri"/>
                <a:cs typeface="Calibri"/>
                <a:sym typeface="Calibri"/>
              </a:rPr>
              <a:t>5</a:t>
            </a:r>
            <a:r>
              <a:rPr b="1" lang="en-GB">
                <a:solidFill>
                  <a:schemeClr val="dk1"/>
                </a:solidFill>
                <a:latin typeface="Calibri"/>
                <a:ea typeface="Calibri"/>
                <a:cs typeface="Calibri"/>
                <a:sym typeface="Calibri"/>
              </a:rPr>
              <a:t> </a:t>
            </a:r>
            <a:r>
              <a:rPr lang="en-GB">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
        <p:nvSpPr>
          <p:cNvPr id="183" name="Google Shape;183;p38"/>
          <p:cNvSpPr txBox="1"/>
          <p:nvPr/>
        </p:nvSpPr>
        <p:spPr>
          <a:xfrm>
            <a:off x="3668650" y="2980825"/>
            <a:ext cx="2216100" cy="10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latin typeface="Calibri"/>
                <a:ea typeface="Calibri"/>
                <a:cs typeface="Calibri"/>
                <a:sym typeface="Calibri"/>
              </a:rPr>
              <a:t>Integration to LLM with Glossary</a:t>
            </a:r>
            <a:endParaRPr b="1" sz="1500">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LLM Integration</a:t>
            </a:r>
            <a:endParaRPr>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Glossary Integration</a:t>
            </a:r>
            <a:endParaRPr>
              <a:latin typeface="Calibri"/>
              <a:ea typeface="Calibri"/>
              <a:cs typeface="Calibri"/>
              <a:sym typeface="Calibri"/>
            </a:endParaRPr>
          </a:p>
        </p:txBody>
      </p:sp>
      <p:sp>
        <p:nvSpPr>
          <p:cNvPr id="184" name="Google Shape;184;p38"/>
          <p:cNvSpPr/>
          <p:nvPr/>
        </p:nvSpPr>
        <p:spPr>
          <a:xfrm>
            <a:off x="6086650" y="3073025"/>
            <a:ext cx="323400" cy="922500"/>
          </a:xfrm>
          <a:prstGeom prst="roundRect">
            <a:avLst>
              <a:gd fmla="val 16667" name="adj"/>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Calibri"/>
                <a:ea typeface="Calibri"/>
                <a:cs typeface="Calibri"/>
                <a:sym typeface="Calibri"/>
              </a:rPr>
              <a:t>6</a:t>
            </a:r>
            <a:r>
              <a:rPr lang="en-GB">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
        <p:nvSpPr>
          <p:cNvPr id="185" name="Google Shape;185;p38"/>
          <p:cNvSpPr txBox="1"/>
          <p:nvPr/>
        </p:nvSpPr>
        <p:spPr>
          <a:xfrm>
            <a:off x="6539450" y="2946175"/>
            <a:ext cx="2293800" cy="11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latin typeface="Calibri"/>
                <a:ea typeface="Calibri"/>
                <a:cs typeface="Calibri"/>
                <a:sym typeface="Calibri"/>
              </a:rPr>
              <a:t>Answer Generation and Delivery</a:t>
            </a:r>
            <a:endParaRPr b="1" sz="1500">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Answer Generation Using LLM</a:t>
            </a:r>
            <a:endParaRPr>
              <a:latin typeface="Calibri"/>
              <a:ea typeface="Calibri"/>
              <a:cs typeface="Calibri"/>
              <a:sym typeface="Calibri"/>
            </a:endParaRPr>
          </a:p>
          <a:p>
            <a:pPr indent="0" lvl="0" marL="0" rtl="0" algn="l">
              <a:spcBef>
                <a:spcPts val="0"/>
              </a:spcBef>
              <a:spcAft>
                <a:spcPts val="0"/>
              </a:spcAft>
              <a:buNone/>
            </a:pPr>
            <a:r>
              <a:rPr lang="en-GB">
                <a:latin typeface="Calibri"/>
                <a:ea typeface="Calibri"/>
                <a:cs typeface="Calibri"/>
                <a:sym typeface="Calibri"/>
              </a:rPr>
              <a:t>Frontend Delivery</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9"/>
          <p:cNvSpPr txBox="1"/>
          <p:nvPr>
            <p:ph type="title"/>
          </p:nvPr>
        </p:nvSpPr>
        <p:spPr>
          <a:xfrm>
            <a:off x="628650" y="783802"/>
            <a:ext cx="7886700" cy="634200"/>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Proposed System Design</a:t>
            </a:r>
            <a:endParaRPr/>
          </a:p>
        </p:txBody>
      </p:sp>
      <p:pic>
        <p:nvPicPr>
          <p:cNvPr id="191" name="Google Shape;191;p39" title="progress evaluation.drawio.png"/>
          <p:cNvPicPr preferRelativeResize="0"/>
          <p:nvPr/>
        </p:nvPicPr>
        <p:blipFill>
          <a:blip r:embed="rId3">
            <a:alphaModFix/>
          </a:blip>
          <a:stretch>
            <a:fillRect/>
          </a:stretch>
        </p:blipFill>
        <p:spPr>
          <a:xfrm>
            <a:off x="2686300" y="1265400"/>
            <a:ext cx="3771402" cy="3230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0"/>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Result and Evaluation</a:t>
            </a:r>
            <a:endParaRPr/>
          </a:p>
        </p:txBody>
      </p:sp>
      <p:sp>
        <p:nvSpPr>
          <p:cNvPr id="197" name="Google Shape;197;p40"/>
          <p:cNvSpPr txBox="1"/>
          <p:nvPr>
            <p:ph idx="1" type="body"/>
          </p:nvPr>
        </p:nvSpPr>
        <p:spPr>
          <a:xfrm>
            <a:off x="628650" y="1325913"/>
            <a:ext cx="8020500" cy="1023300"/>
          </a:xfrm>
          <a:prstGeom prst="rect">
            <a:avLst/>
          </a:prstGeom>
          <a:noFill/>
          <a:ln>
            <a:noFill/>
          </a:ln>
        </p:spPr>
        <p:txBody>
          <a:bodyPr anchorCtr="0" anchor="t" bIns="34275" lIns="34275" spcFirstLastPara="1" rIns="34275" wrap="square" tIns="34275">
            <a:normAutofit lnSpcReduction="10000"/>
          </a:bodyPr>
          <a:lstStyle/>
          <a:p>
            <a:pPr indent="0" lvl="0" marL="0" rtl="0" algn="l">
              <a:lnSpc>
                <a:spcPct val="90000"/>
              </a:lnSpc>
              <a:spcBef>
                <a:spcPts val="0"/>
              </a:spcBef>
              <a:spcAft>
                <a:spcPts val="0"/>
              </a:spcAft>
              <a:buNone/>
            </a:pPr>
            <a:r>
              <a:rPr lang="en-GB" sz="1500"/>
              <a:t>To access the effectiveness of the proposed system, we conducted a comprehensive evaluation under two hypothesis,</a:t>
            </a:r>
            <a:endParaRPr sz="1500"/>
          </a:p>
          <a:p>
            <a:pPr indent="-120650" lvl="1" marL="406400" rtl="0" algn="l">
              <a:lnSpc>
                <a:spcPct val="90000"/>
              </a:lnSpc>
              <a:spcBef>
                <a:spcPts val="600"/>
              </a:spcBef>
              <a:spcAft>
                <a:spcPts val="0"/>
              </a:spcAft>
              <a:buClr>
                <a:srgbClr val="000000"/>
              </a:buClr>
              <a:buSzPts val="1500"/>
              <a:buChar char="•"/>
            </a:pPr>
            <a:r>
              <a:rPr lang="en-GB" sz="1500"/>
              <a:t>H1 - Retrieval and Generation Evaluation</a:t>
            </a:r>
            <a:endParaRPr sz="1500"/>
          </a:p>
          <a:p>
            <a:pPr indent="-120650" lvl="1" marL="406400" rtl="0" algn="l">
              <a:lnSpc>
                <a:spcPct val="90000"/>
              </a:lnSpc>
              <a:spcBef>
                <a:spcPts val="600"/>
              </a:spcBef>
              <a:spcAft>
                <a:spcPts val="0"/>
              </a:spcAft>
              <a:buClr>
                <a:srgbClr val="000000"/>
              </a:buClr>
              <a:buSzPts val="1500"/>
              <a:buChar char="•"/>
            </a:pPr>
            <a:r>
              <a:rPr lang="en-GB" sz="1500"/>
              <a:t>H2 - Glossary Integration Impact Evaluation</a:t>
            </a:r>
            <a:endParaRPr sz="1500"/>
          </a:p>
        </p:txBody>
      </p:sp>
      <p:sp>
        <p:nvSpPr>
          <p:cNvPr id="198" name="Google Shape;198;p40"/>
          <p:cNvSpPr txBox="1"/>
          <p:nvPr/>
        </p:nvSpPr>
        <p:spPr>
          <a:xfrm>
            <a:off x="4492825" y="2348425"/>
            <a:ext cx="4453200" cy="2142000"/>
          </a:xfrm>
          <a:prstGeom prst="rect">
            <a:avLst/>
          </a:prstGeom>
          <a:noFill/>
          <a:ln>
            <a:noFill/>
          </a:ln>
        </p:spPr>
        <p:txBody>
          <a:bodyPr anchorCtr="0" anchor="t" bIns="34275" lIns="34275" spcFirstLastPara="1" rIns="34275" wrap="square" tIns="34275">
            <a:normAutofit lnSpcReduction="20000"/>
          </a:bodyPr>
          <a:lstStyle/>
          <a:p>
            <a:pPr indent="0" lvl="0" marL="0" marR="0" rtl="0" algn="l">
              <a:lnSpc>
                <a:spcPct val="90000"/>
              </a:lnSpc>
              <a:spcBef>
                <a:spcPts val="0"/>
              </a:spcBef>
              <a:spcAft>
                <a:spcPts val="0"/>
              </a:spcAft>
              <a:buNone/>
            </a:pPr>
            <a:r>
              <a:rPr b="1" i="0" lang="en-GB" sz="1500" u="none" cap="none" strike="noStrike">
                <a:solidFill>
                  <a:srgbClr val="000000"/>
                </a:solidFill>
                <a:latin typeface="Calibri"/>
                <a:ea typeface="Calibri"/>
                <a:cs typeface="Calibri"/>
                <a:sym typeface="Calibri"/>
              </a:rPr>
              <a:t>Retrieval</a:t>
            </a:r>
            <a:endParaRPr b="1" sz="1500"/>
          </a:p>
          <a:p>
            <a:pPr indent="-317500" lvl="0" marL="457200" marR="0" rtl="0" algn="l">
              <a:lnSpc>
                <a:spcPct val="90000"/>
              </a:lnSpc>
              <a:spcBef>
                <a:spcPts val="500"/>
              </a:spcBef>
              <a:spcAft>
                <a:spcPts val="0"/>
              </a:spcAft>
              <a:buClr>
                <a:srgbClr val="000000"/>
              </a:buClr>
              <a:buSzPts val="1400"/>
              <a:buFont typeface="Calibri"/>
              <a:buChar char="●"/>
            </a:pPr>
            <a:r>
              <a:rPr b="0" i="0" lang="en-GB" u="none" cap="none" strike="noStrike">
                <a:solidFill>
                  <a:srgbClr val="000000"/>
                </a:solidFill>
                <a:latin typeface="Calibri"/>
                <a:ea typeface="Calibri"/>
                <a:cs typeface="Calibri"/>
                <a:sym typeface="Calibri"/>
              </a:rPr>
              <a:t>Mean Recall: The system retrieves 84% (0.84) of relevant knowledge graph triples.</a:t>
            </a:r>
            <a:endParaRPr/>
          </a:p>
          <a:p>
            <a:pPr indent="-317500" lvl="0" marL="457200" marR="0" rtl="0" algn="l">
              <a:lnSpc>
                <a:spcPct val="90000"/>
              </a:lnSpc>
              <a:spcBef>
                <a:spcPts val="0"/>
              </a:spcBef>
              <a:spcAft>
                <a:spcPts val="0"/>
              </a:spcAft>
              <a:buClr>
                <a:srgbClr val="000000"/>
              </a:buClr>
              <a:buSzPts val="1400"/>
              <a:buFont typeface="Calibri"/>
              <a:buChar char="●"/>
            </a:pPr>
            <a:r>
              <a:rPr b="0" i="0" lang="en-GB" u="none" cap="none" strike="noStrike">
                <a:solidFill>
                  <a:srgbClr val="000000"/>
                </a:solidFill>
                <a:latin typeface="Calibri"/>
                <a:ea typeface="Calibri"/>
                <a:cs typeface="Calibri"/>
                <a:sym typeface="Calibri"/>
              </a:rPr>
              <a:t>Consistent performance: The median recall is 1.000 in at least half of the cases, with all relevant triples retrieved.</a:t>
            </a:r>
            <a:endParaRPr/>
          </a:p>
          <a:p>
            <a:pPr indent="0" lvl="0" marL="0" marR="0" rtl="0" algn="l">
              <a:lnSpc>
                <a:spcPct val="90000"/>
              </a:lnSpc>
              <a:spcBef>
                <a:spcPts val="500"/>
              </a:spcBef>
              <a:spcAft>
                <a:spcPts val="0"/>
              </a:spcAft>
              <a:buNone/>
            </a:pPr>
            <a:r>
              <a:rPr b="1" i="0" lang="en-GB" sz="1500" u="none" cap="none" strike="noStrike">
                <a:solidFill>
                  <a:srgbClr val="000000"/>
                </a:solidFill>
                <a:latin typeface="Calibri"/>
                <a:ea typeface="Calibri"/>
                <a:cs typeface="Calibri"/>
                <a:sym typeface="Calibri"/>
              </a:rPr>
              <a:t>Generation</a:t>
            </a:r>
            <a:endParaRPr b="1" sz="1500"/>
          </a:p>
          <a:p>
            <a:pPr indent="-317500" lvl="0" marL="457200" marR="0" rtl="0" algn="l">
              <a:lnSpc>
                <a:spcPct val="90000"/>
              </a:lnSpc>
              <a:spcBef>
                <a:spcPts val="500"/>
              </a:spcBef>
              <a:spcAft>
                <a:spcPts val="0"/>
              </a:spcAft>
              <a:buClr>
                <a:srgbClr val="000000"/>
              </a:buClr>
              <a:buSzPts val="1400"/>
              <a:buFont typeface="Calibri"/>
              <a:buChar char="●"/>
            </a:pPr>
            <a:r>
              <a:rPr b="0" i="0" lang="en-GB" sz="1400" u="none" cap="none" strike="noStrike">
                <a:solidFill>
                  <a:srgbClr val="000000"/>
                </a:solidFill>
                <a:latin typeface="Calibri"/>
                <a:ea typeface="Calibri"/>
                <a:cs typeface="Calibri"/>
                <a:sym typeface="Calibri"/>
              </a:rPr>
              <a:t>Mean answer relevancy: 0.767 (over 76% relevant responses)</a:t>
            </a:r>
            <a:endParaRPr sz="1100"/>
          </a:p>
          <a:p>
            <a:pPr indent="-317500" lvl="0" marL="457200" marR="0" rtl="0" algn="l">
              <a:lnSpc>
                <a:spcPct val="90000"/>
              </a:lnSpc>
              <a:spcBef>
                <a:spcPts val="0"/>
              </a:spcBef>
              <a:spcAft>
                <a:spcPts val="0"/>
              </a:spcAft>
              <a:buClr>
                <a:srgbClr val="000000"/>
              </a:buClr>
              <a:buSzPts val="1400"/>
              <a:buFont typeface="Calibri"/>
              <a:buChar char="●"/>
            </a:pPr>
            <a:r>
              <a:rPr b="0" i="0" lang="en-GB" sz="1400" u="none" cap="none" strike="noStrike">
                <a:solidFill>
                  <a:srgbClr val="000000"/>
                </a:solidFill>
                <a:latin typeface="Calibri"/>
                <a:ea typeface="Calibri"/>
                <a:cs typeface="Calibri"/>
                <a:sym typeface="Calibri"/>
              </a:rPr>
              <a:t>Mean answer faithfulness: 0.933 (most answers factually correct)</a:t>
            </a:r>
            <a:endParaRPr sz="1100"/>
          </a:p>
        </p:txBody>
      </p:sp>
      <p:sp>
        <p:nvSpPr>
          <p:cNvPr id="199" name="Google Shape;199;p40"/>
          <p:cNvSpPr/>
          <p:nvPr/>
        </p:nvSpPr>
        <p:spPr>
          <a:xfrm>
            <a:off x="682825" y="2348425"/>
            <a:ext cx="3629100" cy="272100"/>
          </a:xfrm>
          <a:prstGeom prst="roundRect">
            <a:avLst>
              <a:gd fmla="val 16667" name="adj"/>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500">
                <a:solidFill>
                  <a:schemeClr val="dk1"/>
                </a:solidFill>
                <a:latin typeface="Calibri"/>
                <a:ea typeface="Calibri"/>
                <a:cs typeface="Calibri"/>
                <a:sym typeface="Calibri"/>
              </a:rPr>
              <a:t>H1 - </a:t>
            </a:r>
            <a:r>
              <a:rPr b="1" lang="en-GB" sz="1500">
                <a:solidFill>
                  <a:schemeClr val="dk1"/>
                </a:solidFill>
                <a:latin typeface="Calibri"/>
                <a:ea typeface="Calibri"/>
                <a:cs typeface="Calibri"/>
                <a:sym typeface="Calibri"/>
              </a:rPr>
              <a:t>Retrieval and Generation Evaluation</a:t>
            </a:r>
            <a:endParaRPr b="1" sz="1500">
              <a:solidFill>
                <a:schemeClr val="dk1"/>
              </a:solidFill>
              <a:latin typeface="Calibri"/>
              <a:ea typeface="Calibri"/>
              <a:cs typeface="Calibri"/>
              <a:sym typeface="Calibri"/>
            </a:endParaRPr>
          </a:p>
        </p:txBody>
      </p:sp>
      <p:pic>
        <p:nvPicPr>
          <p:cNvPr id="200" name="Google Shape;200;p40" title="1.PNG"/>
          <p:cNvPicPr preferRelativeResize="0"/>
          <p:nvPr/>
        </p:nvPicPr>
        <p:blipFill>
          <a:blip r:embed="rId3">
            <a:alphaModFix/>
          </a:blip>
          <a:stretch>
            <a:fillRect/>
          </a:stretch>
        </p:blipFill>
        <p:spPr>
          <a:xfrm>
            <a:off x="746624" y="2713169"/>
            <a:ext cx="3474525" cy="1561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1"/>
          <p:cNvSpPr txBox="1"/>
          <p:nvPr>
            <p:ph idx="1" type="body"/>
          </p:nvPr>
        </p:nvSpPr>
        <p:spPr>
          <a:xfrm>
            <a:off x="690501" y="3271839"/>
            <a:ext cx="3629100" cy="1033800"/>
          </a:xfrm>
          <a:prstGeom prst="rect">
            <a:avLst/>
          </a:prstGeom>
          <a:noFill/>
          <a:ln>
            <a:noFill/>
          </a:ln>
        </p:spPr>
        <p:txBody>
          <a:bodyPr anchorCtr="0" anchor="t" bIns="34275" lIns="34275" spcFirstLastPara="1" rIns="34275" wrap="square" tIns="34275">
            <a:normAutofit lnSpcReduction="20000"/>
          </a:bodyPr>
          <a:lstStyle/>
          <a:p>
            <a:pPr indent="0" lvl="0" marL="0" rtl="0" algn="l">
              <a:lnSpc>
                <a:spcPct val="90000"/>
              </a:lnSpc>
              <a:spcBef>
                <a:spcPts val="500"/>
              </a:spcBef>
              <a:spcAft>
                <a:spcPts val="0"/>
              </a:spcAft>
              <a:buNone/>
            </a:pPr>
            <a:r>
              <a:rPr b="1" lang="en-GB" sz="1500"/>
              <a:t>Glossary Boosts Relevancy</a:t>
            </a:r>
            <a:endParaRPr b="1" sz="1500"/>
          </a:p>
          <a:p>
            <a:pPr indent="-114300" lvl="1" marL="381000" rtl="0" algn="l">
              <a:lnSpc>
                <a:spcPct val="90000"/>
              </a:lnSpc>
              <a:spcBef>
                <a:spcPts val="500"/>
              </a:spcBef>
              <a:spcAft>
                <a:spcPts val="0"/>
              </a:spcAft>
              <a:buClr>
                <a:srgbClr val="000000"/>
              </a:buClr>
              <a:buSzPts val="1400"/>
              <a:buChar char="•"/>
            </a:pPr>
            <a:r>
              <a:rPr lang="en-GB" sz="1400"/>
              <a:t>Without glossary: mean answer relevancy: 0.483</a:t>
            </a:r>
            <a:endParaRPr sz="1400"/>
          </a:p>
          <a:p>
            <a:pPr indent="-114300" lvl="1" marL="381000" rtl="0" algn="l">
              <a:lnSpc>
                <a:spcPct val="90000"/>
              </a:lnSpc>
              <a:spcBef>
                <a:spcPts val="500"/>
              </a:spcBef>
              <a:spcAft>
                <a:spcPts val="0"/>
              </a:spcAft>
              <a:buClr>
                <a:srgbClr val="000000"/>
              </a:buClr>
              <a:buSzPts val="1400"/>
              <a:buChar char="•"/>
            </a:pPr>
            <a:r>
              <a:rPr lang="en-GB" sz="1400"/>
              <a:t>With glossary: mean answer relevancy = 0.717 (48% increase)</a:t>
            </a:r>
            <a:endParaRPr sz="1400"/>
          </a:p>
        </p:txBody>
      </p:sp>
      <p:sp>
        <p:nvSpPr>
          <p:cNvPr id="206" name="Google Shape;206;p41"/>
          <p:cNvSpPr/>
          <p:nvPr/>
        </p:nvSpPr>
        <p:spPr>
          <a:xfrm>
            <a:off x="628650" y="997410"/>
            <a:ext cx="3629100" cy="272100"/>
          </a:xfrm>
          <a:prstGeom prst="roundRect">
            <a:avLst>
              <a:gd fmla="val 16667" name="adj"/>
            </a:avLst>
          </a:prstGeom>
          <a:solidFill>
            <a:srgbClr val="D9D2E9"/>
          </a:solidFill>
          <a:ln cap="flat" cmpd="sng" w="9525">
            <a:solidFill>
              <a:srgbClr val="D9D2E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500">
                <a:solidFill>
                  <a:schemeClr val="dk1"/>
                </a:solidFill>
                <a:latin typeface="Calibri"/>
                <a:ea typeface="Calibri"/>
                <a:cs typeface="Calibri"/>
                <a:sym typeface="Calibri"/>
              </a:rPr>
              <a:t>H2 - </a:t>
            </a:r>
            <a:r>
              <a:rPr b="1" lang="en-GB" sz="1500">
                <a:solidFill>
                  <a:schemeClr val="dk1"/>
                </a:solidFill>
                <a:latin typeface="Calibri"/>
                <a:ea typeface="Calibri"/>
                <a:cs typeface="Calibri"/>
                <a:sym typeface="Calibri"/>
              </a:rPr>
              <a:t>Glossary Integration Impact Evaluation</a:t>
            </a:r>
            <a:endParaRPr b="1" sz="1500">
              <a:solidFill>
                <a:schemeClr val="dk1"/>
              </a:solidFill>
              <a:latin typeface="Calibri"/>
              <a:ea typeface="Calibri"/>
              <a:cs typeface="Calibri"/>
              <a:sym typeface="Calibri"/>
            </a:endParaRPr>
          </a:p>
        </p:txBody>
      </p:sp>
      <p:pic>
        <p:nvPicPr>
          <p:cNvPr id="207" name="Google Shape;207;p41" title="2.PNG"/>
          <p:cNvPicPr preferRelativeResize="0"/>
          <p:nvPr/>
        </p:nvPicPr>
        <p:blipFill>
          <a:blip r:embed="rId3">
            <a:alphaModFix/>
          </a:blip>
          <a:stretch>
            <a:fillRect/>
          </a:stretch>
        </p:blipFill>
        <p:spPr>
          <a:xfrm>
            <a:off x="702868" y="1331738"/>
            <a:ext cx="3381750" cy="1589375"/>
          </a:xfrm>
          <a:prstGeom prst="rect">
            <a:avLst/>
          </a:prstGeom>
          <a:noFill/>
          <a:ln>
            <a:noFill/>
          </a:ln>
        </p:spPr>
      </p:pic>
      <p:sp>
        <p:nvSpPr>
          <p:cNvPr id="208" name="Google Shape;208;p41"/>
          <p:cNvSpPr txBox="1"/>
          <p:nvPr>
            <p:ph idx="1" type="body"/>
          </p:nvPr>
        </p:nvSpPr>
        <p:spPr>
          <a:xfrm>
            <a:off x="4369275" y="3250814"/>
            <a:ext cx="4490100" cy="1174800"/>
          </a:xfrm>
          <a:prstGeom prst="rect">
            <a:avLst/>
          </a:prstGeom>
          <a:noFill/>
          <a:ln>
            <a:noFill/>
          </a:ln>
        </p:spPr>
        <p:txBody>
          <a:bodyPr anchorCtr="0" anchor="t" bIns="34275" lIns="34275" spcFirstLastPara="1" rIns="34275" wrap="square" tIns="34275">
            <a:normAutofit fontScale="85000" lnSpcReduction="20000"/>
          </a:bodyPr>
          <a:lstStyle/>
          <a:p>
            <a:pPr indent="0" lvl="0" marL="0" rtl="0" algn="l">
              <a:lnSpc>
                <a:spcPct val="90000"/>
              </a:lnSpc>
              <a:spcBef>
                <a:spcPts val="500"/>
              </a:spcBef>
              <a:spcAft>
                <a:spcPts val="0"/>
              </a:spcAft>
              <a:buNone/>
            </a:pPr>
            <a:r>
              <a:rPr b="1" lang="en-GB" sz="1750"/>
              <a:t>Improved Understanding</a:t>
            </a:r>
            <a:endParaRPr b="1" sz="1750"/>
          </a:p>
          <a:p>
            <a:pPr indent="-111759" lvl="1" marL="381000" rtl="0" algn="l">
              <a:lnSpc>
                <a:spcPct val="90000"/>
              </a:lnSpc>
              <a:spcBef>
                <a:spcPts val="500"/>
              </a:spcBef>
              <a:spcAft>
                <a:spcPts val="0"/>
              </a:spcAft>
              <a:buClr>
                <a:srgbClr val="000000"/>
              </a:buClr>
              <a:buSzPct val="100000"/>
              <a:buChar char="•"/>
            </a:pPr>
            <a:r>
              <a:rPr lang="en-GB" sz="1600"/>
              <a:t>Median relevancy jumps to 1.0 with glossary - over half of glossary-based queries are relevant</a:t>
            </a:r>
            <a:endParaRPr sz="1600"/>
          </a:p>
          <a:p>
            <a:pPr indent="0" lvl="0" marL="0" rtl="0" algn="l">
              <a:lnSpc>
                <a:spcPct val="90000"/>
              </a:lnSpc>
              <a:spcBef>
                <a:spcPts val="500"/>
              </a:spcBef>
              <a:spcAft>
                <a:spcPts val="0"/>
              </a:spcAft>
              <a:buNone/>
            </a:pPr>
            <a:r>
              <a:rPr b="1" lang="en-GB" sz="1750"/>
              <a:t>Fewer Fallback Responses</a:t>
            </a:r>
            <a:endParaRPr b="1" sz="1750"/>
          </a:p>
          <a:p>
            <a:pPr indent="-111759" lvl="1" marL="381000" rtl="0" algn="l">
              <a:lnSpc>
                <a:spcPct val="90000"/>
              </a:lnSpc>
              <a:spcBef>
                <a:spcPts val="500"/>
              </a:spcBef>
              <a:spcAft>
                <a:spcPts val="0"/>
              </a:spcAft>
              <a:buClr>
                <a:srgbClr val="000000"/>
              </a:buClr>
              <a:buSzPct val="100000"/>
              <a:buChar char="•"/>
            </a:pPr>
            <a:r>
              <a:rPr lang="en-GB" sz="1600"/>
              <a:t>Glossary integration reduced “I don’t understand” answers, improving contextual grounding</a:t>
            </a:r>
            <a:endParaRPr sz="1600"/>
          </a:p>
        </p:txBody>
      </p:sp>
      <p:pic>
        <p:nvPicPr>
          <p:cNvPr id="209" name="Google Shape;209;p41" title="3.PNG"/>
          <p:cNvPicPr preferRelativeResize="0"/>
          <p:nvPr/>
        </p:nvPicPr>
        <p:blipFill>
          <a:blip r:embed="rId4">
            <a:alphaModFix/>
          </a:blip>
          <a:stretch>
            <a:fillRect/>
          </a:stretch>
        </p:blipFill>
        <p:spPr>
          <a:xfrm>
            <a:off x="4975950" y="876199"/>
            <a:ext cx="2770225" cy="2279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2"/>
          <p:cNvSpPr txBox="1"/>
          <p:nvPr>
            <p:ph type="title"/>
          </p:nvPr>
        </p:nvSpPr>
        <p:spPr>
          <a:xfrm>
            <a:off x="628650" y="833283"/>
            <a:ext cx="7886700" cy="634181"/>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Challenges</a:t>
            </a:r>
            <a:endParaRPr/>
          </a:p>
        </p:txBody>
      </p:sp>
      <p:sp>
        <p:nvSpPr>
          <p:cNvPr id="215" name="Google Shape;215;p42"/>
          <p:cNvSpPr txBox="1"/>
          <p:nvPr/>
        </p:nvSpPr>
        <p:spPr>
          <a:xfrm>
            <a:off x="719925" y="1467475"/>
            <a:ext cx="3852000" cy="16299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Calibri"/>
                <a:ea typeface="Calibri"/>
                <a:cs typeface="Calibri"/>
                <a:sym typeface="Calibri"/>
              </a:rPr>
              <a:t>Data Availability &amp; Domain Constraints</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Lack of publicly available industry-specific institutional dataset.</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Regulatory/organizational documents are often confidential.</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Used Public NIH Clinical Trial Protocol (</a:t>
            </a:r>
            <a:r>
              <a:rPr lang="en-GB" u="sng">
                <a:solidFill>
                  <a:schemeClr val="hlink"/>
                </a:solidFill>
                <a:latin typeface="Calibri"/>
                <a:ea typeface="Calibri"/>
                <a:cs typeface="Calibri"/>
                <a:sym typeface="Calibri"/>
                <a:hlinkClick r:id="rId3"/>
              </a:rPr>
              <a:t>clinicaltrial.gov</a:t>
            </a:r>
            <a:r>
              <a:rPr lang="en-GB">
                <a:latin typeface="Calibri"/>
                <a:ea typeface="Calibri"/>
                <a:cs typeface="Calibri"/>
                <a:sym typeface="Calibri"/>
              </a:rPr>
              <a:t>) as a proxy dataset.</a:t>
            </a:r>
            <a:endParaRPr>
              <a:latin typeface="Calibri"/>
              <a:ea typeface="Calibri"/>
              <a:cs typeface="Calibri"/>
              <a:sym typeface="Calibri"/>
            </a:endParaRPr>
          </a:p>
        </p:txBody>
      </p:sp>
      <p:sp>
        <p:nvSpPr>
          <p:cNvPr id="216" name="Google Shape;216;p42"/>
          <p:cNvSpPr txBox="1"/>
          <p:nvPr/>
        </p:nvSpPr>
        <p:spPr>
          <a:xfrm>
            <a:off x="4913369" y="1467475"/>
            <a:ext cx="3734100" cy="14226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Calibri"/>
                <a:ea typeface="Calibri"/>
                <a:cs typeface="Calibri"/>
                <a:sym typeface="Calibri"/>
              </a:rPr>
              <a:t>Complex Document Structures</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Long, multi-section PDF documents.</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Scanned PDFs requires OCR.</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Tables with multi-rows/merged cells</a:t>
            </a:r>
            <a:endParaRPr>
              <a:latin typeface="Calibri"/>
              <a:ea typeface="Calibri"/>
              <a:cs typeface="Calibri"/>
              <a:sym typeface="Calibri"/>
            </a:endParaRPr>
          </a:p>
        </p:txBody>
      </p:sp>
      <p:sp>
        <p:nvSpPr>
          <p:cNvPr id="217" name="Google Shape;217;p42"/>
          <p:cNvSpPr txBox="1"/>
          <p:nvPr/>
        </p:nvSpPr>
        <p:spPr>
          <a:xfrm>
            <a:off x="719925" y="3221175"/>
            <a:ext cx="3852000" cy="9648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Calibri"/>
                <a:ea typeface="Calibri"/>
                <a:cs typeface="Calibri"/>
                <a:sym typeface="Calibri"/>
              </a:rPr>
              <a:t>Entity &amp; Relationship Extraction Complexity</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Time-consuming LLM-based triple extraction</a:t>
            </a:r>
            <a:endParaRPr>
              <a:latin typeface="Calibri"/>
              <a:ea typeface="Calibri"/>
              <a:cs typeface="Calibri"/>
              <a:sym typeface="Calibri"/>
            </a:endParaRPr>
          </a:p>
        </p:txBody>
      </p:sp>
      <p:sp>
        <p:nvSpPr>
          <p:cNvPr id="218" name="Google Shape;218;p42"/>
          <p:cNvSpPr txBox="1"/>
          <p:nvPr/>
        </p:nvSpPr>
        <p:spPr>
          <a:xfrm>
            <a:off x="4913375" y="2980575"/>
            <a:ext cx="3734100" cy="12054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Calibri"/>
                <a:ea typeface="Calibri"/>
                <a:cs typeface="Calibri"/>
                <a:sym typeface="Calibri"/>
              </a:rPr>
              <a:t>Scalability Considerations</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Maintain glossary consistency across documents.</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GB">
                <a:latin typeface="Calibri"/>
                <a:ea typeface="Calibri"/>
                <a:cs typeface="Calibri"/>
                <a:sym typeface="Calibri"/>
              </a:rPr>
              <a:t>Managing growing knowledge graph.</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3"/>
          <p:cNvSpPr txBox="1"/>
          <p:nvPr>
            <p:ph type="title"/>
          </p:nvPr>
        </p:nvSpPr>
        <p:spPr>
          <a:xfrm>
            <a:off x="628650" y="878107"/>
            <a:ext cx="7886700" cy="634200"/>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Future Works</a:t>
            </a:r>
            <a:endParaRPr/>
          </a:p>
        </p:txBody>
      </p:sp>
      <p:sp>
        <p:nvSpPr>
          <p:cNvPr id="224" name="Google Shape;224;p43"/>
          <p:cNvSpPr txBox="1"/>
          <p:nvPr>
            <p:ph idx="1" type="body"/>
          </p:nvPr>
        </p:nvSpPr>
        <p:spPr>
          <a:xfrm>
            <a:off x="945121" y="1500451"/>
            <a:ext cx="7402200" cy="2142600"/>
          </a:xfrm>
          <a:prstGeom prst="rect">
            <a:avLst/>
          </a:prstGeom>
          <a:noFill/>
          <a:ln>
            <a:noFill/>
          </a:ln>
        </p:spPr>
        <p:txBody>
          <a:bodyPr anchorCtr="0" anchor="t" bIns="34275" lIns="34275" spcFirstLastPara="1" rIns="34275" wrap="square" tIns="34275">
            <a:normAutofit/>
          </a:bodyPr>
          <a:lstStyle/>
          <a:p>
            <a:pPr indent="-146050" lvl="0" marL="177800" rtl="0" algn="l">
              <a:lnSpc>
                <a:spcPct val="90000"/>
              </a:lnSpc>
              <a:spcBef>
                <a:spcPts val="0"/>
              </a:spcBef>
              <a:spcAft>
                <a:spcPts val="0"/>
              </a:spcAft>
              <a:buClr>
                <a:srgbClr val="000000"/>
              </a:buClr>
              <a:buSzPts val="1700"/>
              <a:buChar char="•"/>
            </a:pPr>
            <a:r>
              <a:rPr b="0" i="0" lang="en-GB" sz="1700" u="none" cap="none" strike="noStrike">
                <a:solidFill>
                  <a:srgbClr val="000000"/>
                </a:solidFill>
                <a:latin typeface="Calibri"/>
                <a:ea typeface="Calibri"/>
                <a:cs typeface="Calibri"/>
                <a:sym typeface="Calibri"/>
              </a:rPr>
              <a:t>Extend evaluation to multiple domains and heterogeneous datasets</a:t>
            </a:r>
            <a:endParaRPr sz="1700"/>
          </a:p>
          <a:p>
            <a:pPr indent="-146050" lvl="0" marL="177800" rtl="0" algn="l">
              <a:lnSpc>
                <a:spcPct val="90000"/>
              </a:lnSpc>
              <a:spcBef>
                <a:spcPts val="800"/>
              </a:spcBef>
              <a:spcAft>
                <a:spcPts val="0"/>
              </a:spcAft>
              <a:buClr>
                <a:srgbClr val="000000"/>
              </a:buClr>
              <a:buSzPts val="1700"/>
              <a:buChar char="•"/>
            </a:pPr>
            <a:r>
              <a:rPr b="0" i="0" lang="en-GB" sz="1700" u="none" cap="none" strike="noStrike">
                <a:solidFill>
                  <a:srgbClr val="000000"/>
                </a:solidFill>
                <a:latin typeface="Calibri"/>
                <a:ea typeface="Calibri"/>
                <a:cs typeface="Calibri"/>
                <a:sym typeface="Calibri"/>
              </a:rPr>
              <a:t>Improve triple extraction efficiency and reduce processing time</a:t>
            </a:r>
            <a:endParaRPr sz="1700"/>
          </a:p>
          <a:p>
            <a:pPr indent="-146050" lvl="0" marL="177800" rtl="0" algn="l">
              <a:lnSpc>
                <a:spcPct val="90000"/>
              </a:lnSpc>
              <a:spcBef>
                <a:spcPts val="800"/>
              </a:spcBef>
              <a:spcAft>
                <a:spcPts val="0"/>
              </a:spcAft>
              <a:buClr>
                <a:srgbClr val="000000"/>
              </a:buClr>
              <a:buSzPts val="1700"/>
              <a:buChar char="•"/>
            </a:pPr>
            <a:r>
              <a:rPr b="0" i="0" lang="en-GB" sz="1700" u="none" cap="none" strike="noStrike">
                <a:solidFill>
                  <a:srgbClr val="000000"/>
                </a:solidFill>
                <a:latin typeface="Calibri"/>
                <a:ea typeface="Calibri"/>
                <a:cs typeface="Calibri"/>
                <a:sym typeface="Calibri"/>
              </a:rPr>
              <a:t>Explore fine-tuned/domain specific LLMs</a:t>
            </a:r>
            <a:endParaRPr sz="1700"/>
          </a:p>
          <a:p>
            <a:pPr indent="-146050" lvl="0" marL="177800" rtl="0" algn="l">
              <a:lnSpc>
                <a:spcPct val="90000"/>
              </a:lnSpc>
              <a:spcBef>
                <a:spcPts val="800"/>
              </a:spcBef>
              <a:spcAft>
                <a:spcPts val="0"/>
              </a:spcAft>
              <a:buClr>
                <a:srgbClr val="000000"/>
              </a:buClr>
              <a:buSzPts val="1700"/>
              <a:buChar char="•"/>
            </a:pPr>
            <a:r>
              <a:rPr b="0" i="0" lang="en-GB" sz="1700" u="none" cap="none" strike="noStrike">
                <a:solidFill>
                  <a:srgbClr val="000000"/>
                </a:solidFill>
                <a:latin typeface="Calibri"/>
                <a:ea typeface="Calibri"/>
                <a:cs typeface="Calibri"/>
                <a:sym typeface="Calibri"/>
              </a:rPr>
              <a:t>Investigate automated glossary enrichment</a:t>
            </a:r>
            <a:endParaRPr sz="1700"/>
          </a:p>
          <a:p>
            <a:pPr indent="-146050" lvl="0" marL="177800" rtl="0" algn="l">
              <a:lnSpc>
                <a:spcPct val="90000"/>
              </a:lnSpc>
              <a:spcBef>
                <a:spcPts val="800"/>
              </a:spcBef>
              <a:spcAft>
                <a:spcPts val="0"/>
              </a:spcAft>
              <a:buClr>
                <a:srgbClr val="000000"/>
              </a:buClr>
              <a:buSzPts val="1700"/>
              <a:buChar char="•"/>
            </a:pPr>
            <a:r>
              <a:rPr b="0" i="0" lang="en-GB" sz="1700" u="none" cap="none" strike="noStrike">
                <a:solidFill>
                  <a:srgbClr val="000000"/>
                </a:solidFill>
                <a:latin typeface="Calibri"/>
                <a:ea typeface="Calibri"/>
                <a:cs typeface="Calibri"/>
                <a:sym typeface="Calibri"/>
              </a:rPr>
              <a:t>Validate long-term scalability in large institutional settings. </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4"/>
          <p:cNvSpPr txBox="1"/>
          <p:nvPr>
            <p:ph type="title"/>
          </p:nvPr>
        </p:nvSpPr>
        <p:spPr>
          <a:xfrm>
            <a:off x="628650" y="833283"/>
            <a:ext cx="7886700" cy="634200"/>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Conclusion</a:t>
            </a:r>
            <a:endParaRPr/>
          </a:p>
        </p:txBody>
      </p:sp>
      <p:sp>
        <p:nvSpPr>
          <p:cNvPr id="230" name="Google Shape;230;p44"/>
          <p:cNvSpPr txBox="1"/>
          <p:nvPr>
            <p:ph idx="1" type="body"/>
          </p:nvPr>
        </p:nvSpPr>
        <p:spPr>
          <a:xfrm>
            <a:off x="628650" y="1412504"/>
            <a:ext cx="7886700" cy="1449900"/>
          </a:xfrm>
          <a:prstGeom prst="rect">
            <a:avLst/>
          </a:prstGeom>
          <a:solidFill>
            <a:srgbClr val="F3F3F3"/>
          </a:solid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None/>
            </a:pPr>
            <a:r>
              <a:rPr b="1" lang="en-GB" sz="1600"/>
              <a:t>Project Achievements</a:t>
            </a:r>
            <a:endParaRPr b="1"/>
          </a:p>
          <a:p>
            <a:pPr indent="-139700" lvl="1" marL="406400" rtl="0" algn="l">
              <a:lnSpc>
                <a:spcPct val="90000"/>
              </a:lnSpc>
              <a:spcBef>
                <a:spcPts val="500"/>
              </a:spcBef>
              <a:spcAft>
                <a:spcPts val="0"/>
              </a:spcAft>
              <a:buClr>
                <a:srgbClr val="000000"/>
              </a:buClr>
              <a:buSzPts val="1600"/>
              <a:buChar char="•"/>
            </a:pPr>
            <a:r>
              <a:rPr lang="en-GB" sz="1600"/>
              <a:t>Successfully developed a knowledge Graph-based RAG system for domain-specific information extraction from unstructured documents.</a:t>
            </a:r>
            <a:endParaRPr/>
          </a:p>
          <a:p>
            <a:pPr indent="-139700" lvl="1" marL="406400" rtl="0" algn="l">
              <a:lnSpc>
                <a:spcPct val="90000"/>
              </a:lnSpc>
              <a:spcBef>
                <a:spcPts val="500"/>
              </a:spcBef>
              <a:spcAft>
                <a:spcPts val="0"/>
              </a:spcAft>
              <a:buClr>
                <a:srgbClr val="000000"/>
              </a:buClr>
              <a:buSzPts val="1600"/>
              <a:buChar char="•"/>
            </a:pPr>
            <a:r>
              <a:rPr lang="en-GB" sz="1600"/>
              <a:t>Combined graph-based context retrieval, glossary-aided interpretation, and LLM-based response generation in functional, web-based platform.</a:t>
            </a:r>
            <a:endParaRPr/>
          </a:p>
        </p:txBody>
      </p:sp>
      <p:sp>
        <p:nvSpPr>
          <p:cNvPr id="231" name="Google Shape;231;p44"/>
          <p:cNvSpPr txBox="1"/>
          <p:nvPr/>
        </p:nvSpPr>
        <p:spPr>
          <a:xfrm>
            <a:off x="628650" y="2775859"/>
            <a:ext cx="7886700" cy="1585800"/>
          </a:xfrm>
          <a:prstGeom prst="rect">
            <a:avLst/>
          </a:prstGeom>
          <a:solidFill>
            <a:srgbClr val="D9D2E9"/>
          </a:solidFill>
          <a:ln>
            <a:noFill/>
          </a:ln>
        </p:spPr>
        <p:txBody>
          <a:bodyPr anchorCtr="0" anchor="t" bIns="91425" lIns="91425" spcFirstLastPara="1" rIns="91425" wrap="square" tIns="91425">
            <a:noAutofit/>
          </a:bodyPr>
          <a:lstStyle/>
          <a:p>
            <a:pPr indent="0" lvl="0" marL="0" rtl="0" algn="l">
              <a:lnSpc>
                <a:spcPct val="90000"/>
              </a:lnSpc>
              <a:spcBef>
                <a:spcPts val="500"/>
              </a:spcBef>
              <a:spcAft>
                <a:spcPts val="0"/>
              </a:spcAft>
              <a:buNone/>
            </a:pPr>
            <a:r>
              <a:rPr b="1" lang="en-GB" sz="1600">
                <a:solidFill>
                  <a:schemeClr val="dk1"/>
                </a:solidFill>
                <a:latin typeface="Calibri"/>
                <a:ea typeface="Calibri"/>
                <a:cs typeface="Calibri"/>
                <a:sym typeface="Calibri"/>
              </a:rPr>
              <a:t>Key Evaluation Outcomes</a:t>
            </a:r>
            <a:endParaRPr b="1" sz="2100">
              <a:solidFill>
                <a:schemeClr val="dk1"/>
              </a:solidFill>
              <a:latin typeface="Calibri"/>
              <a:ea typeface="Calibri"/>
              <a:cs typeface="Calibri"/>
              <a:sym typeface="Calibri"/>
            </a:endParaRPr>
          </a:p>
          <a:p>
            <a:pPr indent="-139700" lvl="1" marL="406400" rtl="0" algn="l">
              <a:lnSpc>
                <a:spcPct val="90000"/>
              </a:lnSpc>
              <a:spcBef>
                <a:spcPts val="500"/>
              </a:spcBef>
              <a:spcAft>
                <a:spcPts val="0"/>
              </a:spcAft>
              <a:buClr>
                <a:schemeClr val="dk1"/>
              </a:buClr>
              <a:buSzPts val="1600"/>
              <a:buChar char="•"/>
            </a:pPr>
            <a:r>
              <a:rPr lang="en-GB" sz="1600">
                <a:solidFill>
                  <a:schemeClr val="dk1"/>
                </a:solidFill>
                <a:latin typeface="Calibri"/>
                <a:ea typeface="Calibri"/>
                <a:cs typeface="Calibri"/>
                <a:sym typeface="Calibri"/>
              </a:rPr>
              <a:t>Context Recall: 0.839 - High retrieval accuracy</a:t>
            </a:r>
            <a:endParaRPr sz="2100">
              <a:solidFill>
                <a:schemeClr val="dk1"/>
              </a:solidFill>
              <a:latin typeface="Calibri"/>
              <a:ea typeface="Calibri"/>
              <a:cs typeface="Calibri"/>
              <a:sym typeface="Calibri"/>
            </a:endParaRPr>
          </a:p>
          <a:p>
            <a:pPr indent="-139700" lvl="1" marL="406400" rtl="0" algn="l">
              <a:lnSpc>
                <a:spcPct val="90000"/>
              </a:lnSpc>
              <a:spcBef>
                <a:spcPts val="500"/>
              </a:spcBef>
              <a:spcAft>
                <a:spcPts val="0"/>
              </a:spcAft>
              <a:buClr>
                <a:schemeClr val="dk1"/>
              </a:buClr>
              <a:buSzPts val="1600"/>
              <a:buChar char="•"/>
            </a:pPr>
            <a:r>
              <a:rPr lang="en-GB" sz="1600">
                <a:solidFill>
                  <a:schemeClr val="dk1"/>
                </a:solidFill>
                <a:latin typeface="Calibri"/>
                <a:ea typeface="Calibri"/>
                <a:cs typeface="Calibri"/>
                <a:sym typeface="Calibri"/>
              </a:rPr>
              <a:t>Faithfulness: 0.933 - Response grounded in facts</a:t>
            </a:r>
            <a:endParaRPr sz="2100">
              <a:solidFill>
                <a:schemeClr val="dk1"/>
              </a:solidFill>
              <a:latin typeface="Calibri"/>
              <a:ea typeface="Calibri"/>
              <a:cs typeface="Calibri"/>
              <a:sym typeface="Calibri"/>
            </a:endParaRPr>
          </a:p>
          <a:p>
            <a:pPr indent="-139700" lvl="1" marL="406400" rtl="0" algn="l">
              <a:lnSpc>
                <a:spcPct val="90000"/>
              </a:lnSpc>
              <a:spcBef>
                <a:spcPts val="500"/>
              </a:spcBef>
              <a:spcAft>
                <a:spcPts val="0"/>
              </a:spcAft>
              <a:buClr>
                <a:schemeClr val="dk1"/>
              </a:buClr>
              <a:buSzPts val="1600"/>
              <a:buChar char="•"/>
            </a:pPr>
            <a:r>
              <a:rPr lang="en-GB" sz="1600">
                <a:solidFill>
                  <a:schemeClr val="dk1"/>
                </a:solidFill>
                <a:latin typeface="Calibri"/>
                <a:ea typeface="Calibri"/>
                <a:cs typeface="Calibri"/>
                <a:sym typeface="Calibri"/>
              </a:rPr>
              <a:t>Answer Relevancy (with glossary): improved by 48%</a:t>
            </a:r>
            <a:endParaRPr sz="2100">
              <a:solidFill>
                <a:schemeClr val="dk1"/>
              </a:solidFill>
              <a:latin typeface="Calibri"/>
              <a:ea typeface="Calibri"/>
              <a:cs typeface="Calibri"/>
              <a:sym typeface="Calibri"/>
            </a:endParaRPr>
          </a:p>
          <a:p>
            <a:pPr indent="-139700" lvl="1" marL="406400" rtl="0" algn="l">
              <a:lnSpc>
                <a:spcPct val="90000"/>
              </a:lnSpc>
              <a:spcBef>
                <a:spcPts val="500"/>
              </a:spcBef>
              <a:spcAft>
                <a:spcPts val="0"/>
              </a:spcAft>
              <a:buClr>
                <a:schemeClr val="dk1"/>
              </a:buClr>
              <a:buSzPts val="1600"/>
              <a:buChar char="•"/>
            </a:pPr>
            <a:r>
              <a:rPr lang="en-GB" sz="1600">
                <a:solidFill>
                  <a:schemeClr val="dk1"/>
                </a:solidFill>
                <a:latin typeface="Calibri"/>
                <a:ea typeface="Calibri"/>
                <a:cs typeface="Calibri"/>
                <a:sym typeface="Calibri"/>
              </a:rPr>
              <a:t>Architecture proved scalable and deployment-ready</a:t>
            </a:r>
            <a:endParaRPr sz="21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5"/>
          <p:cNvSpPr txBox="1"/>
          <p:nvPr>
            <p:ph idx="1" type="body"/>
          </p:nvPr>
        </p:nvSpPr>
        <p:spPr>
          <a:xfrm>
            <a:off x="662268" y="1182212"/>
            <a:ext cx="7957200" cy="2979600"/>
          </a:xfrm>
          <a:prstGeom prst="rect">
            <a:avLst/>
          </a:prstGeom>
          <a:noFill/>
          <a:ln>
            <a:noFill/>
          </a:ln>
        </p:spPr>
        <p:txBody>
          <a:bodyPr anchorCtr="0" anchor="t" bIns="34275" lIns="34275" spcFirstLastPara="1" rIns="34275" wrap="square" tIns="34275">
            <a:noAutofit/>
          </a:bodyPr>
          <a:lstStyle/>
          <a:p>
            <a:pPr indent="0" lvl="0" marL="0" rtl="0" algn="l">
              <a:lnSpc>
                <a:spcPct val="100000"/>
              </a:lnSpc>
              <a:spcBef>
                <a:spcPts val="0"/>
              </a:spcBef>
              <a:spcAft>
                <a:spcPts val="0"/>
              </a:spcAft>
              <a:buClr>
                <a:srgbClr val="000000"/>
              </a:buClr>
              <a:buSzPts val="500"/>
              <a:buFont typeface="Helvetica Neue"/>
              <a:buNone/>
            </a:pPr>
            <a:r>
              <a:rPr lang="en-GB" sz="950"/>
              <a:t>[1] Lewis, P. et al. (2020) ‘Retrieval-Augmented Generation for Knowledge-Intensive NLP Tasks’, in Advances in Neural Information Processing Systems. Curran Associates, Inc., pp. 9459–9474.</a:t>
            </a:r>
            <a:endParaRPr sz="950"/>
          </a:p>
          <a:p>
            <a:pPr indent="0" lvl="0" marL="0" rtl="0" algn="l">
              <a:lnSpc>
                <a:spcPct val="100000"/>
              </a:lnSpc>
              <a:spcBef>
                <a:spcPts val="0"/>
              </a:spcBef>
              <a:spcAft>
                <a:spcPts val="0"/>
              </a:spcAft>
              <a:buClr>
                <a:srgbClr val="000000"/>
              </a:buClr>
              <a:buSzPts val="500"/>
              <a:buFont typeface="Helvetica Neue"/>
              <a:buNone/>
            </a:pPr>
            <a:r>
              <a:rPr lang="en-GB" sz="950"/>
              <a:t>[2] Yadav and W. Andreopoulos, “Domain-Specific Graph RAG Pipelines: Optimized Approaches for Building Efficient Personal Knowledge Repositories,” in 2025 IEEE 11th International Conference on Big Data Computing Service and Machine Learning Applications (BigDataService), 2025, doi: 10.1109/BIGDATASERVICE65758.2025.00036.</a:t>
            </a:r>
            <a:endParaRPr sz="950"/>
          </a:p>
          <a:p>
            <a:pPr indent="0" lvl="0" marL="0" rtl="0" algn="l">
              <a:lnSpc>
                <a:spcPct val="100000"/>
              </a:lnSpc>
              <a:spcBef>
                <a:spcPts val="0"/>
              </a:spcBef>
              <a:spcAft>
                <a:spcPts val="0"/>
              </a:spcAft>
              <a:buClr>
                <a:srgbClr val="000000"/>
              </a:buClr>
              <a:buSzPts val="500"/>
              <a:buFont typeface="Helvetica Neue"/>
              <a:buNone/>
            </a:pPr>
            <a:r>
              <a:rPr lang="en-GB" sz="950"/>
              <a:t>[3] Akkiraju, R. et al. (2024) ‘FACTS About Building Retrieval Augmented Generation-based Chatbots’. arXiv.</a:t>
            </a:r>
            <a:endParaRPr sz="950"/>
          </a:p>
          <a:p>
            <a:pPr indent="0" lvl="0" marL="0" rtl="0" algn="l">
              <a:lnSpc>
                <a:spcPct val="100000"/>
              </a:lnSpc>
              <a:spcBef>
                <a:spcPts val="0"/>
              </a:spcBef>
              <a:spcAft>
                <a:spcPts val="0"/>
              </a:spcAft>
              <a:buClr>
                <a:srgbClr val="000000"/>
              </a:buClr>
              <a:buSzPts val="500"/>
              <a:buFont typeface="Helvetica Neue"/>
              <a:buNone/>
            </a:pPr>
            <a:r>
              <a:rPr lang="en-GB" sz="950"/>
              <a:t>[4] V. Kamra, L. Gupta, D. Arora, and A. K. Yadav, “Enhancing Document Retrieval Using AI and Graph-Based RAG Techniques,” in 2024 5th International Conference on Communication, Computing Industry 6.0 (C2I6), 2024. doi: 10.1109/C2I663243.2024.10895931.</a:t>
            </a:r>
            <a:endParaRPr sz="950"/>
          </a:p>
          <a:p>
            <a:pPr indent="0" lvl="0" marL="0" rtl="0" algn="l">
              <a:lnSpc>
                <a:spcPct val="100000"/>
              </a:lnSpc>
              <a:spcBef>
                <a:spcPts val="0"/>
              </a:spcBef>
              <a:spcAft>
                <a:spcPts val="0"/>
              </a:spcAft>
              <a:buClr>
                <a:srgbClr val="000000"/>
              </a:buClr>
              <a:buSzPts val="500"/>
              <a:buFont typeface="Helvetica Neue"/>
              <a:buNone/>
            </a:pPr>
            <a:r>
              <a:rPr lang="en-GB" sz="950"/>
              <a:t>[5] Y. Dong, J. Chen, S. Wang, Z. Zhang, H. Zheng, and C. Wang, “Advanced RAG Models with Graph Structures: Optimizing </a:t>
            </a:r>
            <a:r>
              <a:rPr lang="en-GB" sz="950"/>
              <a:t>Complex</a:t>
            </a:r>
            <a:r>
              <a:rPr lang="en-GB" sz="950"/>
              <a:t> Knowledge Reasoning and Text Generation,” in 2024 5th International Symposium on Computer Engineering and Intelligent Communications (ISCEIC), 2024, pp. 626–629. doi: 10.1109/IS-CEIC63613.2024.10810209.</a:t>
            </a:r>
            <a:endParaRPr sz="950"/>
          </a:p>
          <a:p>
            <a:pPr indent="0" lvl="0" marL="0" rtl="0" algn="l">
              <a:lnSpc>
                <a:spcPct val="100000"/>
              </a:lnSpc>
              <a:spcBef>
                <a:spcPts val="0"/>
              </a:spcBef>
              <a:spcAft>
                <a:spcPts val="0"/>
              </a:spcAft>
              <a:buClr>
                <a:srgbClr val="000000"/>
              </a:buClr>
              <a:buSzPts val="500"/>
              <a:buFont typeface="Helvetica Neue"/>
              <a:buNone/>
            </a:pPr>
            <a:r>
              <a:rPr lang="en-GB" sz="950"/>
              <a:t>[6] D. Inani, J. Tang, and R. Kuo, “Smart University Assistant: Leveraging Graph Databases and Vector Embeddings for Efficient Information Retrieval,” in 2025 Intermountain Engineering, Technology and Computing (IETC), 2025, doi: 10.1109/IETC64455.2025.11039481.</a:t>
            </a:r>
            <a:endParaRPr sz="950"/>
          </a:p>
          <a:p>
            <a:pPr indent="0" lvl="0" marL="0" rtl="0" algn="l">
              <a:lnSpc>
                <a:spcPct val="100000"/>
              </a:lnSpc>
              <a:spcBef>
                <a:spcPts val="0"/>
              </a:spcBef>
              <a:spcAft>
                <a:spcPts val="0"/>
              </a:spcAft>
              <a:buClr>
                <a:srgbClr val="000000"/>
              </a:buClr>
              <a:buSzPts val="500"/>
              <a:buFont typeface="Helvetica Neue"/>
              <a:buNone/>
            </a:pPr>
            <a:r>
              <a:rPr lang="en-GB" sz="950"/>
              <a:t>[7] Edwards, C. (2024) Hybrid Context Retrieval Augmented Generation Pipeline: LLMAugmented Knowledge Graphs and Vector Database for Accreditation Reporting Assistance.</a:t>
            </a:r>
            <a:endParaRPr sz="950"/>
          </a:p>
          <a:p>
            <a:pPr indent="0" lvl="0" marL="0" rtl="0" algn="l">
              <a:lnSpc>
                <a:spcPct val="100000"/>
              </a:lnSpc>
              <a:spcBef>
                <a:spcPts val="0"/>
              </a:spcBef>
              <a:spcAft>
                <a:spcPts val="0"/>
              </a:spcAft>
              <a:buClr>
                <a:srgbClr val="000000"/>
              </a:buClr>
              <a:buSzPts val="500"/>
              <a:buFont typeface="Helvetica Neue"/>
              <a:buNone/>
            </a:pPr>
            <a:r>
              <a:rPr lang="en-GB" sz="950"/>
              <a:t>[8] Sarmah, B. et al. (2024) ‘HybridRAG: Integrating Knowledge Graphs and Vector Retrieval Augmented Generation for Efficient Information Extraction’. arXiv. Available at: https://doi.org/10.48550/arXiv.2408.04948.</a:t>
            </a:r>
            <a:endParaRPr sz="950"/>
          </a:p>
          <a:p>
            <a:pPr indent="0" lvl="0" marL="0" rtl="0" algn="l">
              <a:lnSpc>
                <a:spcPct val="100000"/>
              </a:lnSpc>
              <a:spcBef>
                <a:spcPts val="0"/>
              </a:spcBef>
              <a:spcAft>
                <a:spcPts val="0"/>
              </a:spcAft>
              <a:buClr>
                <a:srgbClr val="000000"/>
              </a:buClr>
              <a:buSzPts val="500"/>
              <a:buFont typeface="Helvetica Neue"/>
              <a:buNone/>
            </a:pPr>
            <a:r>
              <a:rPr lang="en-GB" sz="950"/>
              <a:t>[9] Omrani, P. et al. (2024) ‘Hybrid Retrieval-Augmented Generation Approach for LLMs Query Response Enhancement’, in 2024 10th International Conference on Web Research (ICWR). 2024 10th International Conference on Web Research (ICWR), pp. 22–26. Available at: https://doi.org/10.1109/ICWR61162.2024.10533345.</a:t>
            </a:r>
            <a:endParaRPr sz="950"/>
          </a:p>
          <a:p>
            <a:pPr indent="0" lvl="0" marL="0" rtl="0" algn="l">
              <a:lnSpc>
                <a:spcPct val="100000"/>
              </a:lnSpc>
              <a:spcBef>
                <a:spcPts val="0"/>
              </a:spcBef>
              <a:spcAft>
                <a:spcPts val="0"/>
              </a:spcAft>
              <a:buClr>
                <a:srgbClr val="000000"/>
              </a:buClr>
              <a:buSzPts val="500"/>
              <a:buFont typeface="Helvetica Neue"/>
              <a:buNone/>
            </a:pPr>
            <a:r>
              <a:rPr lang="en-GB" sz="950"/>
              <a:t>[10] S. AboulEla, P. Zabihitari, N. Ibrahim, M. Afshar, and R. Kashef, “Exploring RAG Solutions to Reduce Hallucinations in LLMs,” in 2025 IEEE International Systems Conference (SysCon), 2025, doi: 10.1109/SYSCON64521.2025.11014810.</a:t>
            </a:r>
            <a:endParaRPr sz="950"/>
          </a:p>
          <a:p>
            <a:pPr indent="0" lvl="0" marL="0" rtl="0" algn="l">
              <a:lnSpc>
                <a:spcPct val="100000"/>
              </a:lnSpc>
              <a:spcBef>
                <a:spcPts val="0"/>
              </a:spcBef>
              <a:spcAft>
                <a:spcPts val="0"/>
              </a:spcAft>
              <a:buClr>
                <a:srgbClr val="000000"/>
              </a:buClr>
              <a:buSzPts val="500"/>
              <a:buFont typeface="Helvetica Neue"/>
              <a:buNone/>
            </a:pPr>
            <a:r>
              <a:t/>
            </a:r>
            <a:endParaRPr sz="950"/>
          </a:p>
        </p:txBody>
      </p:sp>
      <p:sp>
        <p:nvSpPr>
          <p:cNvPr id="237" name="Google Shape;237;p45"/>
          <p:cNvSpPr txBox="1"/>
          <p:nvPr>
            <p:ph type="title"/>
          </p:nvPr>
        </p:nvSpPr>
        <p:spPr>
          <a:xfrm>
            <a:off x="628650" y="721224"/>
            <a:ext cx="7886700" cy="634200"/>
          </a:xfrm>
          <a:prstGeom prst="rect">
            <a:avLst/>
          </a:prstGeom>
          <a:noFill/>
          <a:ln>
            <a:noFill/>
          </a:ln>
        </p:spPr>
        <p:txBody>
          <a:bodyPr anchorCtr="0" anchor="t" bIns="34275" lIns="34275" spcFirstLastPara="1" rIns="34275" wrap="square" tIns="34275">
            <a:normAutofit/>
          </a:bodyPr>
          <a:lstStyle/>
          <a:p>
            <a:pPr indent="0" lvl="0" marL="0" rtl="0" algn="l">
              <a:lnSpc>
                <a:spcPct val="90000"/>
              </a:lnSpc>
              <a:spcBef>
                <a:spcPts val="0"/>
              </a:spcBef>
              <a:spcAft>
                <a:spcPts val="0"/>
              </a:spcAft>
              <a:buClr>
                <a:srgbClr val="000000"/>
              </a:buClr>
              <a:buSzPts val="3300"/>
              <a:buFont typeface="Calibri"/>
              <a:buNone/>
            </a:pPr>
            <a:r>
              <a:rPr b="0" i="0" lang="en-GB" sz="3300" u="none" cap="none" strike="noStrike">
                <a:solidFill>
                  <a:srgbClr val="000000"/>
                </a:solidFill>
                <a:latin typeface="Calibri"/>
                <a:ea typeface="Calibri"/>
                <a:cs typeface="Calibri"/>
                <a:sym typeface="Calibri"/>
              </a:rPr>
              <a:t>References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6"/>
          <p:cNvSpPr txBox="1"/>
          <p:nvPr>
            <p:ph idx="1" type="body"/>
          </p:nvPr>
        </p:nvSpPr>
        <p:spPr>
          <a:xfrm>
            <a:off x="583825" y="889750"/>
            <a:ext cx="8024400" cy="3395400"/>
          </a:xfrm>
          <a:prstGeom prst="rect">
            <a:avLst/>
          </a:prstGeom>
          <a:noFill/>
          <a:ln>
            <a:noFill/>
          </a:ln>
        </p:spPr>
        <p:txBody>
          <a:bodyPr anchorCtr="0" anchor="t" bIns="34275" lIns="34275" spcFirstLastPara="1" rIns="34275" wrap="square" tIns="34275">
            <a:noAutofit/>
          </a:bodyPr>
          <a:lstStyle/>
          <a:p>
            <a:pPr indent="0" lvl="0" marL="0" rtl="0" algn="l">
              <a:lnSpc>
                <a:spcPct val="100000"/>
              </a:lnSpc>
              <a:spcBef>
                <a:spcPts val="0"/>
              </a:spcBef>
              <a:spcAft>
                <a:spcPts val="0"/>
              </a:spcAft>
              <a:buClr>
                <a:schemeClr val="dk1"/>
              </a:buClr>
              <a:buSzPts val="500"/>
              <a:buNone/>
            </a:pPr>
            <a:r>
              <a:rPr lang="en-GB" sz="950">
                <a:solidFill>
                  <a:schemeClr val="dk1"/>
                </a:solidFill>
              </a:rPr>
              <a:t>[11] M. R. Rani, B. K. Mishra, D. Thakker, and M. N. Khan, “To Enhance Graph-Based Retrieval-Augmented Generation (RAG) with Robust Retrieval Techniques,” 2024. doi: 979-8-3315-0869-2/24/$31.00.</a:t>
            </a:r>
            <a:endParaRPr sz="950">
              <a:solidFill>
                <a:schemeClr val="dk1"/>
              </a:solidFill>
            </a:endParaRPr>
          </a:p>
          <a:p>
            <a:pPr indent="0" lvl="0" marL="0" rtl="0" algn="l">
              <a:lnSpc>
                <a:spcPct val="100000"/>
              </a:lnSpc>
              <a:spcBef>
                <a:spcPts val="0"/>
              </a:spcBef>
              <a:spcAft>
                <a:spcPts val="0"/>
              </a:spcAft>
              <a:buClr>
                <a:schemeClr val="dk1"/>
              </a:buClr>
              <a:buSzPts val="500"/>
              <a:buNone/>
            </a:pPr>
            <a:r>
              <a:rPr lang="en-GB" sz="950">
                <a:solidFill>
                  <a:schemeClr val="dk1"/>
                </a:solidFill>
              </a:rPr>
              <a:t>[12] S. Knollmeyer, M. U. Akmal, L. Koval, S. Asif, S. G. Mathias, and D. Großmann, “Document Knowledge Graph to Enhance Question Answering with Retrieval Augmented Generation,” in 2024 IEEE 29th International Conference on Emerging Technologies and Factory Automation (ETFA), 2024, doi: 10.1109/ETFA61755.2024.10711054.</a:t>
            </a:r>
            <a:endParaRPr sz="950">
              <a:solidFill>
                <a:schemeClr val="dk1"/>
              </a:solidFill>
            </a:endParaRPr>
          </a:p>
          <a:p>
            <a:pPr indent="0" lvl="0" marL="0" rtl="0" algn="l">
              <a:lnSpc>
                <a:spcPct val="100000"/>
              </a:lnSpc>
              <a:spcBef>
                <a:spcPts val="0"/>
              </a:spcBef>
              <a:spcAft>
                <a:spcPts val="0"/>
              </a:spcAft>
              <a:buClr>
                <a:schemeClr val="dk1"/>
              </a:buClr>
              <a:buSzPts val="500"/>
              <a:buNone/>
            </a:pPr>
            <a:r>
              <a:rPr lang="en-GB" sz="950">
                <a:solidFill>
                  <a:schemeClr val="dk1"/>
                </a:solidFill>
              </a:rPr>
              <a:t>[13] Y. Suresh, T. M. Hayath, and S. S. Begum, “Best Practices for Constructing Knowledge Graphs in Retrieval-Augmented Generation (RAG) Systems,” in 2025 2nd International Conference on New Frontiers in Communication, Automation, Management and Security (ICCAMS), 2025, doi: 10.1109/ICCAMS65118.2025.11234485.</a:t>
            </a:r>
            <a:endParaRPr sz="950">
              <a:solidFill>
                <a:schemeClr val="dk1"/>
              </a:solidFill>
            </a:endParaRPr>
          </a:p>
          <a:p>
            <a:pPr indent="0" lvl="0" marL="0" rtl="0" algn="l">
              <a:lnSpc>
                <a:spcPct val="100000"/>
              </a:lnSpc>
              <a:spcBef>
                <a:spcPts val="0"/>
              </a:spcBef>
              <a:spcAft>
                <a:spcPts val="0"/>
              </a:spcAft>
              <a:buClr>
                <a:schemeClr val="dk1"/>
              </a:buClr>
              <a:buSzPts val="500"/>
              <a:buFont typeface="Helvetica Neue"/>
              <a:buNone/>
            </a:pPr>
            <a:r>
              <a:rPr lang="en-GB" sz="950">
                <a:solidFill>
                  <a:schemeClr val="dk1"/>
                </a:solidFill>
              </a:rPr>
              <a:t>[14] SFang, J., Meng, Z. and Macdonald, C. (2024) ‘TRACE the Evidence: Constructing Knowledge-Grounded Reasoning Chains for Retrieval-Augmented Generation’. arXiv. Available at: https://doi.org/10.48550/arXiv.2406.11460.</a:t>
            </a:r>
            <a:endParaRPr sz="950">
              <a:solidFill>
                <a:schemeClr val="dk1"/>
              </a:solidFill>
            </a:endParaRPr>
          </a:p>
          <a:p>
            <a:pPr indent="0" lvl="0" marL="0" rtl="0" algn="l">
              <a:lnSpc>
                <a:spcPct val="100000"/>
              </a:lnSpc>
              <a:spcBef>
                <a:spcPts val="0"/>
              </a:spcBef>
              <a:spcAft>
                <a:spcPts val="0"/>
              </a:spcAft>
              <a:buClr>
                <a:schemeClr val="dk1"/>
              </a:buClr>
              <a:buSzPts val="500"/>
              <a:buFont typeface="Helvetica Neue"/>
              <a:buNone/>
            </a:pPr>
            <a:r>
              <a:rPr lang="en-GB" sz="950">
                <a:solidFill>
                  <a:schemeClr val="dk1"/>
                </a:solidFill>
              </a:rPr>
              <a:t>[15] Yu, S., He, T. and Glass, J. (2021) ‘AutoKG: Constructing Virtual Knowledge Graphs from Unstructured Documents for Question Answering’. arXiv.</a:t>
            </a:r>
            <a:endParaRPr sz="950">
              <a:solidFill>
                <a:schemeClr val="dk1"/>
              </a:solidFill>
            </a:endParaRPr>
          </a:p>
          <a:p>
            <a:pPr indent="0" lvl="0" marL="0" rtl="0" algn="l">
              <a:lnSpc>
                <a:spcPct val="100000"/>
              </a:lnSpc>
              <a:spcBef>
                <a:spcPts val="0"/>
              </a:spcBef>
              <a:spcAft>
                <a:spcPts val="0"/>
              </a:spcAft>
              <a:buClr>
                <a:schemeClr val="dk1"/>
              </a:buClr>
              <a:buSzPts val="500"/>
              <a:buFont typeface="Helvetica Neue"/>
              <a:buNone/>
            </a:pPr>
            <a:r>
              <a:rPr lang="en-GB" sz="950">
                <a:solidFill>
                  <a:schemeClr val="dk1"/>
                </a:solidFill>
              </a:rPr>
              <a:t>[16] Kim, D. et al. (2024) ‘AutoRAG: Automated Framework for optimization of Retrieval Augmented Generation Pipeline’. arXiv.</a:t>
            </a:r>
            <a:endParaRPr sz="950">
              <a:solidFill>
                <a:schemeClr val="dk1"/>
              </a:solidFill>
            </a:endParaRPr>
          </a:p>
          <a:p>
            <a:pPr indent="0" lvl="0" marL="0" rtl="0" algn="l">
              <a:lnSpc>
                <a:spcPct val="100000"/>
              </a:lnSpc>
              <a:spcBef>
                <a:spcPts val="0"/>
              </a:spcBef>
              <a:spcAft>
                <a:spcPts val="0"/>
              </a:spcAft>
              <a:buClr>
                <a:schemeClr val="dk1"/>
              </a:buClr>
              <a:buSzPts val="500"/>
              <a:buFont typeface="Helvetica Neue"/>
              <a:buNone/>
            </a:pPr>
            <a:r>
              <a:rPr lang="en-GB" sz="950">
                <a:solidFill>
                  <a:schemeClr val="dk1"/>
                </a:solidFill>
              </a:rPr>
              <a:t>[17] ‘Li, Z. et al. (2024) ‘Retrieval Augmented Generation or Long-Context LLMs? A Comprehensive Study and Hybrid Approach’, in F. Dernoncourt, D. Preot¸iuc-Pietro, and A. Shimorina (eds) Proceedings of the 2024 Conference on Empirical Methods in Natural Language Processing: Industry Track. EMNLP 2024, Miami, Florida, US: Association for Computational Linguistics, pp. 881–893. Available at: https://doi.org/10.18653/v1/2024.emnlp-industry.66.</a:t>
            </a:r>
            <a:endParaRPr sz="950">
              <a:solidFill>
                <a:schemeClr val="dk1"/>
              </a:solidFill>
            </a:endParaRPr>
          </a:p>
          <a:p>
            <a:pPr indent="0" lvl="0" marL="0" rtl="0" algn="l">
              <a:lnSpc>
                <a:spcPct val="100000"/>
              </a:lnSpc>
              <a:spcBef>
                <a:spcPts val="0"/>
              </a:spcBef>
              <a:spcAft>
                <a:spcPts val="0"/>
              </a:spcAft>
              <a:buClr>
                <a:schemeClr val="dk1"/>
              </a:buClr>
              <a:buSzPts val="500"/>
              <a:buFont typeface="Helvetica Neue"/>
              <a:buNone/>
            </a:pPr>
            <a:r>
              <a:rPr lang="en-GB" sz="950">
                <a:solidFill>
                  <a:schemeClr val="dk1"/>
                </a:solidFill>
              </a:rPr>
              <a:t>[18] Wang, X. et al. (2024) ‘Searching for Best Practices in Retrieval Augmented Generation’, in Y. Al-Onaizan, M. Bansal, and Y.-N. Chen (eds) Proceedings of the 2024 Conference on Empirical Methods in Natural Language Processing. EMNLP 2024, Miami, Florida, USA: Association for Computational Linguistics, pp. 17716–17736. Available at: https://doi.org/10.18653/v1/2024.emnlp-main.981.</a:t>
            </a:r>
            <a:endParaRPr sz="950">
              <a:solidFill>
                <a:schemeClr val="dk1"/>
              </a:solidFill>
            </a:endParaRPr>
          </a:p>
          <a:p>
            <a:pPr indent="0" lvl="0" marL="0" rtl="0" algn="l">
              <a:lnSpc>
                <a:spcPct val="100000"/>
              </a:lnSpc>
              <a:spcBef>
                <a:spcPts val="0"/>
              </a:spcBef>
              <a:spcAft>
                <a:spcPts val="0"/>
              </a:spcAft>
              <a:buClr>
                <a:schemeClr val="dk1"/>
              </a:buClr>
              <a:buSzPts val="500"/>
              <a:buFont typeface="Helvetica Neue"/>
              <a:buNone/>
            </a:pPr>
            <a:r>
              <a:rPr lang="en-GB" sz="950">
                <a:solidFill>
                  <a:schemeClr val="dk1"/>
                </a:solidFill>
              </a:rPr>
              <a:t>[19] Y. Luo, W. Xu, C. Zeng, Q. Fu, and Z. Xiang, “Application and evaluation of RAG technology in civil aviation policy question answering,” in 2024 2nd International Conference on Computer Network Technology and Electronic and Information Engineering (CNTEIE), 2024, doi: 10.1109/CNTEIE66268.2024.00032.</a:t>
            </a:r>
            <a:endParaRPr sz="950">
              <a:solidFill>
                <a:schemeClr val="dk1"/>
              </a:solidFill>
            </a:endParaRPr>
          </a:p>
          <a:p>
            <a:pPr indent="0" lvl="0" marL="0" rtl="0" algn="l">
              <a:lnSpc>
                <a:spcPct val="100000"/>
              </a:lnSpc>
              <a:spcBef>
                <a:spcPts val="0"/>
              </a:spcBef>
              <a:spcAft>
                <a:spcPts val="0"/>
              </a:spcAft>
              <a:buClr>
                <a:schemeClr val="dk1"/>
              </a:buClr>
              <a:buSzPts val="500"/>
              <a:buNone/>
            </a:pPr>
            <a:r>
              <a:rPr lang="en-GB" sz="950">
                <a:solidFill>
                  <a:schemeClr val="dk1"/>
                </a:solidFill>
              </a:rPr>
              <a:t>[20] B. Xu, R. J. Tong, Y. Li, P. Chen, H. Li, J. Liang, X. Fan, and J. Tong, “An Architectural Framework for Educational Knowledge Graphs (IEEEP2807.6): Ontology Design, LLM Integration, and Adaptive Learning Applications,” in 2025 IEEE Conf. on Artificial Intelligence (CAI), 2025, doi: 10.1109/CAI64502.2025.00249.</a:t>
            </a:r>
            <a:endParaRPr sz="95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7"/>
          <p:cNvSpPr/>
          <p:nvPr/>
        </p:nvSpPr>
        <p:spPr>
          <a:xfrm>
            <a:off x="1582275" y="1158700"/>
            <a:ext cx="6286500" cy="29697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b="1" lang="en-GB" sz="2900">
                <a:solidFill>
                  <a:schemeClr val="dk1"/>
                </a:solidFill>
                <a:latin typeface="Calibri"/>
                <a:ea typeface="Calibri"/>
                <a:cs typeface="Calibri"/>
                <a:sym typeface="Calibri"/>
              </a:rPr>
              <a:t>Thank you for your </a:t>
            </a:r>
            <a:endParaRPr b="1" sz="2900">
              <a:solidFill>
                <a:schemeClr val="dk1"/>
              </a:solidFill>
              <a:latin typeface="Calibri"/>
              <a:ea typeface="Calibri"/>
              <a:cs typeface="Calibri"/>
              <a:sym typeface="Calibri"/>
            </a:endParaRPr>
          </a:p>
          <a:p>
            <a:pPr indent="0" lvl="0" marL="0" rtl="0" algn="ctr">
              <a:lnSpc>
                <a:spcPct val="90000"/>
              </a:lnSpc>
              <a:spcBef>
                <a:spcPts val="0"/>
              </a:spcBef>
              <a:spcAft>
                <a:spcPts val="0"/>
              </a:spcAft>
              <a:buClr>
                <a:schemeClr val="dk1"/>
              </a:buClr>
              <a:buSzPts val="2100"/>
              <a:buFont typeface="Arial"/>
              <a:buNone/>
            </a:pPr>
            <a:r>
              <a:rPr b="1" lang="en-GB" sz="2900">
                <a:solidFill>
                  <a:schemeClr val="dk1"/>
                </a:solidFill>
                <a:latin typeface="Calibri"/>
                <a:ea typeface="Calibri"/>
                <a:cs typeface="Calibri"/>
                <a:sym typeface="Calibri"/>
              </a:rPr>
              <a:t>time &amp; support!</a:t>
            </a:r>
            <a:endParaRPr b="1" sz="2900">
              <a:solidFill>
                <a:schemeClr val="dk1"/>
              </a:solidFill>
              <a:latin typeface="Calibri"/>
              <a:ea typeface="Calibri"/>
              <a:cs typeface="Calibri"/>
              <a:sym typeface="Calibri"/>
            </a:endParaRPr>
          </a:p>
          <a:p>
            <a:pPr indent="0" lvl="0" marL="0" rtl="0" algn="ctr">
              <a:spcBef>
                <a:spcPts val="0"/>
              </a:spcBef>
              <a:spcAft>
                <a:spcPts val="0"/>
              </a:spcAft>
              <a:buNone/>
            </a:pPr>
            <a:r>
              <a:t/>
            </a:r>
            <a:endParaRPr>
              <a:solidFill>
                <a:schemeClr val="dk1"/>
              </a:solidFill>
              <a:latin typeface="Calibri"/>
              <a:ea typeface="Calibri"/>
              <a:cs typeface="Calibri"/>
              <a:sym typeface="Calibri"/>
            </a:endParaRPr>
          </a:p>
        </p:txBody>
      </p:sp>
      <p:sp>
        <p:nvSpPr>
          <p:cNvPr id="248" name="Google Shape;248;p47"/>
          <p:cNvSpPr/>
          <p:nvPr/>
        </p:nvSpPr>
        <p:spPr>
          <a:xfrm>
            <a:off x="3950100" y="2424950"/>
            <a:ext cx="1243800" cy="1143000"/>
          </a:xfrm>
          <a:prstGeom prst="flowChartMagneticTap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600">
                <a:latin typeface="Calibri"/>
                <a:ea typeface="Calibri"/>
                <a:cs typeface="Calibri"/>
                <a:sym typeface="Calibri"/>
              </a:rPr>
              <a:t>Q&amp;A</a:t>
            </a:r>
            <a:endParaRPr b="1" sz="26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